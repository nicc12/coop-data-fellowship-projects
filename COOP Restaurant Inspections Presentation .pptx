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Inter Light"/>
      <p:regular r:id="rId27"/>
      <p:bold r:id="rId28"/>
      <p:italic r:id="rId29"/>
      <p:boldItalic r:id="rId30"/>
    </p:embeddedFont>
    <p:embeddedFont>
      <p:font typeface="Inter SemiBold"/>
      <p:regular r:id="rId31"/>
      <p:bold r:id="rId32"/>
      <p:italic r:id="rId33"/>
      <p:boldItalic r:id="rId34"/>
    </p:embeddedFont>
    <p:embeddedFont>
      <p:font typeface="Proxima Nova"/>
      <p:regular r:id="rId35"/>
      <p:bold r:id="rId36"/>
      <p:italic r:id="rId37"/>
      <p:boldItalic r:id="rId38"/>
    </p:embeddedFont>
    <p:embeddedFont>
      <p:font typeface="Inter"/>
      <p:regular r:id="rId39"/>
      <p:bold r:id="rId40"/>
      <p:italic r:id="rId41"/>
      <p:boldItalic r:id="rId42"/>
    </p:embeddedFont>
    <p:embeddedFont>
      <p:font typeface="Lora"/>
      <p:regular r:id="rId43"/>
      <p:bold r:id="rId44"/>
      <p:italic r:id="rId45"/>
      <p:boldItalic r:id="rId46"/>
    </p:embeddedFont>
    <p:embeddedFont>
      <p:font typeface="Inter Black"/>
      <p:bold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old.fntdata"/><Relationship Id="rId42" Type="http://schemas.openxmlformats.org/officeDocument/2006/relationships/font" Target="fonts/Inter-boldItalic.fntdata"/><Relationship Id="rId41" Type="http://schemas.openxmlformats.org/officeDocument/2006/relationships/font" Target="fonts/Inter-italic.fntdata"/><Relationship Id="rId44" Type="http://schemas.openxmlformats.org/officeDocument/2006/relationships/font" Target="fonts/Lora-bold.fntdata"/><Relationship Id="rId43" Type="http://schemas.openxmlformats.org/officeDocument/2006/relationships/font" Target="fonts/Lora-regular.fntdata"/><Relationship Id="rId46" Type="http://schemas.openxmlformats.org/officeDocument/2006/relationships/font" Target="fonts/Lora-boldItalic.fntdata"/><Relationship Id="rId45" Type="http://schemas.openxmlformats.org/officeDocument/2006/relationships/font" Target="fonts/Lor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terBlack-boldItalic.fntdata"/><Relationship Id="rId47" Type="http://schemas.openxmlformats.org/officeDocument/2006/relationships/font" Target="fonts/InterBlack-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SemiBold-regular.fntdata"/><Relationship Id="rId30" Type="http://schemas.openxmlformats.org/officeDocument/2006/relationships/font" Target="fonts/InterLight-boldItalic.fntdata"/><Relationship Id="rId33" Type="http://schemas.openxmlformats.org/officeDocument/2006/relationships/font" Target="fonts/InterSemiBold-italic.fntdata"/><Relationship Id="rId32" Type="http://schemas.openxmlformats.org/officeDocument/2006/relationships/font" Target="fonts/InterSemiBold-bold.fntdata"/><Relationship Id="rId35" Type="http://schemas.openxmlformats.org/officeDocument/2006/relationships/font" Target="fonts/ProximaNova-regular.fntdata"/><Relationship Id="rId34" Type="http://schemas.openxmlformats.org/officeDocument/2006/relationships/font" Target="fonts/InterSemiBold-boldItalic.fntdata"/><Relationship Id="rId37" Type="http://schemas.openxmlformats.org/officeDocument/2006/relationships/font" Target="fonts/ProximaNova-italic.fntdata"/><Relationship Id="rId36" Type="http://schemas.openxmlformats.org/officeDocument/2006/relationships/font" Target="fonts/ProximaNova-bold.fntdata"/><Relationship Id="rId39" Type="http://schemas.openxmlformats.org/officeDocument/2006/relationships/font" Target="fonts/Inter-regular.fntdata"/><Relationship Id="rId38" Type="http://schemas.openxmlformats.org/officeDocument/2006/relationships/font" Target="fonts/ProximaNova-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nterLight-bold.fntdata"/><Relationship Id="rId27" Type="http://schemas.openxmlformats.org/officeDocument/2006/relationships/font" Target="fonts/InterLight-regular.fntdata"/><Relationship Id="rId29" Type="http://schemas.openxmlformats.org/officeDocument/2006/relationships/font" Target="fonts/InterLight-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313adbc26a_5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313adbc26a_5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de6640188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de6640188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everyone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24480472de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24480472de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Teresa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4480472de2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4480472de2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Nick</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de6640188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de6640188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a:t>
            </a:r>
            <a:endParaRPr/>
          </a:p>
          <a:p>
            <a:pPr indent="0" lvl="0" marL="0" rtl="0" algn="l">
              <a:spcBef>
                <a:spcPts val="0"/>
              </a:spcBef>
              <a:spcAft>
                <a:spcPts val="0"/>
              </a:spcAft>
              <a:buNone/>
            </a:pPr>
            <a:r>
              <a:rPr lang="en"/>
              <a:t>Client:</a:t>
            </a:r>
            <a:endParaRPr/>
          </a:p>
          <a:p>
            <a:pPr indent="0" lvl="0" marL="0" rtl="0" algn="l">
              <a:spcBef>
                <a:spcPts val="0"/>
              </a:spcBef>
              <a:spcAft>
                <a:spcPts val="0"/>
              </a:spcAft>
              <a:buNone/>
            </a:pPr>
            <a:r>
              <a:rPr lang="en"/>
              <a:t>-NYC as its own entities and the community getting to know their food </a:t>
            </a:r>
            <a:endParaRPr/>
          </a:p>
          <a:p>
            <a:pPr indent="0" lvl="0" marL="0" rtl="0" algn="l">
              <a:spcBef>
                <a:spcPts val="0"/>
              </a:spcBef>
              <a:spcAft>
                <a:spcPts val="0"/>
              </a:spcAft>
              <a:buNone/>
            </a:pPr>
            <a:r>
              <a:rPr lang="en"/>
              <a:t>-NYC committee </a:t>
            </a:r>
            <a:r>
              <a:rPr lang="en"/>
              <a:t>members</a:t>
            </a:r>
            <a:r>
              <a:rPr lang="en"/>
              <a:t> that keep up policy </a:t>
            </a:r>
            <a:endParaRPr/>
          </a:p>
          <a:p>
            <a:pPr indent="0" lvl="0" marL="0" rtl="0" algn="l">
              <a:spcBef>
                <a:spcPts val="0"/>
              </a:spcBef>
              <a:spcAft>
                <a:spcPts val="0"/>
              </a:spcAft>
              <a:buNone/>
            </a:pPr>
            <a:r>
              <a:rPr lang="en"/>
              <a:t>-The goal is to have food </a:t>
            </a:r>
            <a:r>
              <a:rPr lang="en"/>
              <a:t>safety</a:t>
            </a:r>
            <a:r>
              <a:rPr lang="en"/>
              <a:t> known to community </a:t>
            </a:r>
            <a:r>
              <a:rPr lang="en"/>
              <a:t>members</a:t>
            </a:r>
            <a:r>
              <a:rPr lang="en"/>
              <a:t> </a:t>
            </a:r>
            <a:endParaRPr/>
          </a:p>
          <a:p>
            <a:pPr indent="0" lvl="0" marL="0" rtl="0" algn="l">
              <a:spcBef>
                <a:spcPts val="0"/>
              </a:spcBef>
              <a:spcAft>
                <a:spcPts val="0"/>
              </a:spcAft>
              <a:buNone/>
            </a:pPr>
            <a:r>
              <a:rPr lang="en"/>
              <a:t>Questions we answer are:</a:t>
            </a:r>
            <a:endParaRPr/>
          </a:p>
          <a:p>
            <a:pPr indent="-298450" lvl="0" marL="457200" rtl="0" algn="l">
              <a:spcBef>
                <a:spcPts val="0"/>
              </a:spcBef>
              <a:spcAft>
                <a:spcPts val="0"/>
              </a:spcAft>
              <a:buSzPts val="1100"/>
              <a:buAutoNum type="arabicPeriod"/>
            </a:pPr>
            <a:r>
              <a:rPr lang="en"/>
              <a:t>Do certain zipcodes have worse average grades?</a:t>
            </a:r>
            <a:endParaRPr/>
          </a:p>
          <a:p>
            <a:pPr indent="-298450" lvl="0" marL="457200" rtl="0" algn="l">
              <a:spcBef>
                <a:spcPts val="0"/>
              </a:spcBef>
              <a:spcAft>
                <a:spcPts val="0"/>
              </a:spcAft>
              <a:buSzPts val="1100"/>
              <a:buAutoNum type="arabicPeriod"/>
            </a:pPr>
            <a:r>
              <a:rPr lang="en"/>
              <a:t>Are inspection cycles improving over time?</a:t>
            </a:r>
            <a:endParaRPr/>
          </a:p>
          <a:p>
            <a:pPr indent="-298450" lvl="0" marL="457200" rtl="0" algn="l">
              <a:spcBef>
                <a:spcPts val="0"/>
              </a:spcBef>
              <a:spcAft>
                <a:spcPts val="0"/>
              </a:spcAft>
              <a:buSzPts val="1100"/>
              <a:buAutoNum type="arabicPeriod"/>
            </a:pPr>
            <a:r>
              <a:rPr lang="en"/>
              <a:t>What are the types of violations?</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de66401884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de66401884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Wesley 1) recs since there r equipment issues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de66401884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de66401884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a:t>Teresa - </a:t>
            </a:r>
            <a:r>
              <a:rPr lang="en"/>
              <a:t>Everyone wants to eat at a clean and safe restaurant. Especially for New Yorkers, they eat out 130% more than other Americans. As the restaurant industry is expected to grow (albeit moderately), people should also expect food quality to improve. We want to help New Yorkers understand where it's safe and clean to eat, and also help restaurants that might have violations improve. To do that we have to first understand the restaurant inspection results and what they mean. We also want to promote funding for programs that improve quality and help local economies flourish. </a:t>
            </a:r>
            <a:endParaRPr/>
          </a:p>
          <a:p>
            <a:pPr indent="0" lvl="0" marL="0" rtl="0" algn="l">
              <a:spcBef>
                <a:spcPts val="6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de6640188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de6640188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nicholas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de664018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3de664018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Wesley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de66401884_6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g3de66401884_6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Wesley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de648d73f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de648d73f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Wesley 1)Data suggests that inspections are inflated in Manhattan due to restaurant density rather than compliance levels meaing violations are more concentrated in higher density areas 2) </a:t>
            </a:r>
            <a:r>
              <a:rPr lang="en"/>
              <a:t>therefore, resources should target Manhattan for violation reduction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de66401884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9" name="Google Shape;749;g3de66401884_1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de66401884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de66401884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a:t>This visualization shows the top 5 restaurant violations in NYC. The first one relates to non-food-contact surfaces and equipment issues meaning surfaces aren’t made with materials that make cleaning easy, and certain equipment prevents restaurants from deep cleaning, leading to dirt or debris buildup that might result in an infestation. The second one is that the facility is not vermin-proof. Third, being mice present in the facility. The fourth being that the food contact surface was not properly sanitized, and lastly, the food was not protected from contamination.</a:t>
            </a:r>
            <a:endParaRPr/>
          </a:p>
          <a:p>
            <a:pPr indent="0" lvl="0" marL="0" rtl="0" algn="l">
              <a:spcBef>
                <a:spcPts val="6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de66401884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de66401884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Teresa- Top restaurant violations broken down by each borough. This </a:t>
            </a:r>
            <a:r>
              <a:rPr lang="en"/>
              <a:t>further</a:t>
            </a:r>
            <a:r>
              <a:rPr lang="en"/>
              <a:t> backs up Wesley’s visualization in which Manhattan is a top contender in each category.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de66401884_6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3" name="Google Shape;773;g3de66401884_6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de66401884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de66401884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
            </a:r>
            <a:r>
              <a:rPr lang="en"/>
              <a:t>ick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de66401884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6" name="Google Shape;786;g3de66401884_0_2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400"/>
              <a:buNone/>
            </a:pPr>
            <a:r>
              <a:rPr lang="en"/>
              <a:t>Kat: </a:t>
            </a:r>
            <a:r>
              <a:rPr lang="en"/>
              <a:t>Are inspection cycles improving over time?</a:t>
            </a:r>
            <a:endParaRPr sz="50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de6640188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de6640188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Key Observations </a:t>
            </a:r>
            <a:endParaRPr/>
          </a:p>
          <a:p>
            <a:pPr indent="-298450" lvl="0" marL="457200" rtl="0" algn="l">
              <a:spcBef>
                <a:spcPts val="0"/>
              </a:spcBef>
              <a:spcAft>
                <a:spcPts val="0"/>
              </a:spcAft>
              <a:buSzPts val="1100"/>
              <a:buChar char="●"/>
            </a:pPr>
            <a:r>
              <a:rPr lang="en"/>
              <a:t>This graph looks at average score rather than grade score</a:t>
            </a:r>
            <a:endParaRPr/>
          </a:p>
          <a:p>
            <a:pPr indent="-298450" lvl="0" marL="457200" rtl="0" algn="l">
              <a:spcBef>
                <a:spcPts val="0"/>
              </a:spcBef>
              <a:spcAft>
                <a:spcPts val="0"/>
              </a:spcAft>
              <a:buSzPts val="1100"/>
              <a:buChar char="●"/>
            </a:pPr>
            <a:r>
              <a:rPr lang="en"/>
              <a:t>During the pandemic there were NO inspections leading to no scores given out</a:t>
            </a:r>
            <a:endParaRPr/>
          </a:p>
          <a:p>
            <a:pPr indent="-298450" lvl="0" marL="457200" rtl="0" algn="l">
              <a:spcBef>
                <a:spcPts val="0"/>
              </a:spcBef>
              <a:spcAft>
                <a:spcPts val="0"/>
              </a:spcAft>
              <a:buSzPts val="1100"/>
              <a:buChar char="●"/>
            </a:pPr>
            <a:r>
              <a:rPr lang="en"/>
              <a:t>Immediately after the pandemic the scores began to skyrocket </a:t>
            </a:r>
            <a:endParaRPr/>
          </a:p>
          <a:p>
            <a:pPr indent="-298450" lvl="0" marL="457200" rtl="0" algn="l">
              <a:spcBef>
                <a:spcPts val="0"/>
              </a:spcBef>
              <a:spcAft>
                <a:spcPts val="0"/>
              </a:spcAft>
              <a:buSzPts val="1100"/>
              <a:buChar char="●"/>
            </a:pPr>
            <a:r>
              <a:rPr lang="en"/>
              <a:t>Then after a year it began to go down then average out into being consistently in the 20s post pandemic compared to pre pandemic where it was averaging in the teens and low 20s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de66401884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de66401884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Wesley </a:t>
            </a:r>
            <a:endParaRPr/>
          </a:p>
          <a:p>
            <a:pPr indent="0" lvl="0" marL="0" rtl="0" algn="l">
              <a:spcBef>
                <a:spcPts val="0"/>
              </a:spcBef>
              <a:spcAft>
                <a:spcPts val="0"/>
              </a:spcAft>
              <a:buNone/>
            </a:pPr>
            <a:r>
              <a:rPr lang="en"/>
              <a:t>Main points: recurring violations bc of repeated behaviors like cleanliness</a:t>
            </a:r>
            <a:endParaRPr/>
          </a:p>
          <a:p>
            <a:pPr indent="0" lvl="0" marL="0" rtl="0" algn="l">
              <a:spcBef>
                <a:spcPts val="0"/>
              </a:spcBef>
              <a:spcAft>
                <a:spcPts val="0"/>
              </a:spcAft>
              <a:buNone/>
            </a:pPr>
            <a:r>
              <a:rPr lang="en"/>
              <a:t>Recs: </a:t>
            </a:r>
            <a:endParaRPr/>
          </a:p>
          <a:p>
            <a:pPr indent="0" lvl="0" marL="0" rtl="0" algn="l">
              <a:spcBef>
                <a:spcPts val="0"/>
              </a:spcBef>
              <a:spcAft>
                <a:spcPts val="0"/>
              </a:spcAft>
              <a:buNone/>
            </a:pPr>
            <a:r>
              <a:rPr lang="en">
                <a:solidFill>
                  <a:schemeClr val="dk1"/>
                </a:solidFill>
              </a:rPr>
              <a:t>Could divide resources such as inspectors based on violation frequency by area so more in manhattan and less in staten island for example</a:t>
            </a:r>
            <a:endParaRPr/>
          </a:p>
          <a:p>
            <a:pPr indent="0" lvl="0" marL="0" rtl="0" algn="l">
              <a:spcBef>
                <a:spcPts val="0"/>
              </a:spcBef>
              <a:spcAft>
                <a:spcPts val="0"/>
              </a:spcAft>
              <a:buNone/>
            </a:pPr>
            <a:r>
              <a:rPr lang="en"/>
              <a:t>violations occur as a result of restaurant compliance over infrastructures so allocating more compliance programs (training courses) are advised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de66401884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de66401884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Pandemic: Kat</a:t>
            </a:r>
            <a:endParaRPr b="1"/>
          </a:p>
          <a:p>
            <a:pPr indent="0" lvl="0" marL="0" rtl="0" algn="l">
              <a:spcBef>
                <a:spcPts val="0"/>
              </a:spcBef>
              <a:spcAft>
                <a:spcPts val="0"/>
              </a:spcAft>
              <a:buNone/>
            </a:pPr>
            <a:r>
              <a:t/>
            </a:r>
            <a:endParaRPr/>
          </a:p>
          <a:p>
            <a:pPr indent="0" lvl="0" marL="0" rtl="0" algn="l">
              <a:lnSpc>
                <a:spcPct val="105000"/>
              </a:lnSpc>
              <a:spcBef>
                <a:spcPts val="0"/>
              </a:spcBef>
              <a:spcAft>
                <a:spcPts val="0"/>
              </a:spcAft>
              <a:buClr>
                <a:schemeClr val="dk1"/>
              </a:buClr>
              <a:buSzPts val="1100"/>
              <a:buFont typeface="Arial"/>
              <a:buNone/>
            </a:pPr>
            <a:r>
              <a:rPr lang="en" sz="1300">
                <a:solidFill>
                  <a:srgbClr val="0F0F12"/>
                </a:solidFill>
                <a:latin typeface="Inter"/>
                <a:ea typeface="Inter"/>
                <a:cs typeface="Inter"/>
                <a:sym typeface="Inter"/>
              </a:rPr>
              <a:t>Post pandemic scores began to avg higher than pre pandemic so its recommended to invest more funds into programs that promote hygiene practices to keep the culture shift of awareness around virus protection </a:t>
            </a:r>
            <a:endParaRPr/>
          </a:p>
          <a:p>
            <a:pPr indent="0" lvl="0" marL="0" rtl="0" algn="l">
              <a:spcBef>
                <a:spcPts val="928"/>
              </a:spcBef>
              <a:spcAft>
                <a:spcPts val="0"/>
              </a:spcAft>
              <a:buNone/>
            </a:pPr>
            <a:r>
              <a:rPr b="1" lang="en"/>
              <a:t>Investigate: Nicholas</a:t>
            </a:r>
            <a:endParaRPr b="1"/>
          </a:p>
          <a:p>
            <a:pPr indent="0" lvl="0" marL="0" rtl="0" algn="l">
              <a:spcBef>
                <a:spcPts val="0"/>
              </a:spcBef>
              <a:spcAft>
                <a:spcPts val="0"/>
              </a:spcAft>
              <a:buNone/>
            </a:pPr>
            <a:r>
              <a:rPr b="1" lang="en"/>
              <a:t>Potential Solutions: Teresa</a:t>
            </a:r>
            <a:endParaRPr b="1"/>
          </a:p>
          <a:p>
            <a:pPr indent="0" lvl="0" marL="0" rtl="0" algn="l">
              <a:spcBef>
                <a:spcPts val="0"/>
              </a:spcBef>
              <a:spcAft>
                <a:spcPts val="0"/>
              </a:spcAft>
              <a:buNone/>
            </a:pPr>
            <a:r>
              <a:rPr b="1" lang="en"/>
              <a:t>-</a:t>
            </a:r>
            <a:r>
              <a:rPr lang="en"/>
              <a:t>Since the top violation falls under facility maintenance and is due to non-food surface not being easy to clean or equipment preventing restaurants from cleaning, we believe that by creating grants for restaurants in need of help to upgrade to new equipment or hire more staff, we can help improve restaurants and prevent them from getting more violations. This would also help restaurants in the red zip codes become green to improve scores. Examples of existing programs include Restaurant Strong and the Restaurant Revitalization Program. Another solution is to require all, or more, kitchen workers to hold a Food Protection Certificate. Right now, NYC only requires one supervisor to hold the certificate, but requiring more people to complete the training will increase awareness of cleanliness and proper hygiene in restaurants. Since the certificate requires money, there should be programs to help low-income individuals or those with a language barrier.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24480472de2_1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24480472de2_1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Teresa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_Title slide - gray">
  <p:cSld name="TITLE_1_1_1_3">
    <p:bg>
      <p:bgPr>
        <a:solidFill>
          <a:schemeClr val="lt2"/>
        </a:solidFill>
      </p:bgPr>
    </p:bg>
    <p:spTree>
      <p:nvGrpSpPr>
        <p:cNvPr id="10" name="Shape 10"/>
        <p:cNvGrpSpPr/>
        <p:nvPr/>
      </p:nvGrpSpPr>
      <p:grpSpPr>
        <a:xfrm>
          <a:off x="0" y="0"/>
          <a:ext cx="0" cy="0"/>
          <a:chOff x="0" y="0"/>
          <a:chExt cx="0" cy="0"/>
        </a:xfrm>
      </p:grpSpPr>
      <p:sp>
        <p:nvSpPr>
          <p:cNvPr id="11" name="Google Shape;11;p2"/>
          <p:cNvSpPr txBox="1"/>
          <p:nvPr/>
        </p:nvSpPr>
        <p:spPr>
          <a:xfrm>
            <a:off x="6178575" y="4775625"/>
            <a:ext cx="2653500" cy="319200"/>
          </a:xfrm>
          <a:prstGeom prst="rect">
            <a:avLst/>
          </a:prstGeom>
          <a:noFill/>
          <a:ln>
            <a:noFill/>
          </a:ln>
        </p:spPr>
        <p:txBody>
          <a:bodyPr anchorCtr="0" anchor="ctr" bIns="91425" lIns="0" spcFirstLastPara="1" rIns="0" wrap="square" tIns="91425">
            <a:noAutofit/>
          </a:bodyPr>
          <a:lstStyle/>
          <a:p>
            <a:pPr indent="0" lvl="0" marL="0" rtl="0" algn="r">
              <a:spcBef>
                <a:spcPts val="0"/>
              </a:spcBef>
              <a:spcAft>
                <a:spcPts val="0"/>
              </a:spcAft>
              <a:buNone/>
            </a:pPr>
            <a:r>
              <a:rPr lang="en" sz="1200">
                <a:solidFill>
                  <a:srgbClr val="0F0F12"/>
                </a:solidFill>
                <a:latin typeface="Inter Black"/>
                <a:ea typeface="Inter Black"/>
                <a:cs typeface="Inter Black"/>
                <a:sym typeface="Inter Black"/>
              </a:rPr>
              <a:t>over</a:t>
            </a:r>
            <a:r>
              <a:rPr lang="en" sz="1200">
                <a:solidFill>
                  <a:srgbClr val="0F0F12"/>
                </a:solidFill>
                <a:latin typeface="Inter Light"/>
                <a:ea typeface="Inter Light"/>
                <a:cs typeface="Inter Light"/>
                <a:sym typeface="Inter Light"/>
              </a:rPr>
              <a:t>coming </a:t>
            </a:r>
            <a:r>
              <a:rPr lang="en" sz="1200">
                <a:solidFill>
                  <a:srgbClr val="0F0F12"/>
                </a:solidFill>
                <a:latin typeface="Inter Black"/>
                <a:ea typeface="Inter Black"/>
                <a:cs typeface="Inter Black"/>
                <a:sym typeface="Inter Black"/>
              </a:rPr>
              <a:t>under</a:t>
            </a:r>
            <a:r>
              <a:rPr lang="en" sz="1200">
                <a:solidFill>
                  <a:srgbClr val="0F0F12"/>
                </a:solidFill>
                <a:latin typeface="Inter Light"/>
                <a:ea typeface="Inter Light"/>
                <a:cs typeface="Inter Light"/>
                <a:sym typeface="Inter Light"/>
              </a:rPr>
              <a:t>employment</a:t>
            </a:r>
            <a:endParaRPr sz="1200">
              <a:solidFill>
                <a:srgbClr val="0F0F12"/>
              </a:solidFill>
              <a:latin typeface="Inter Light"/>
              <a:ea typeface="Inter Light"/>
              <a:cs typeface="Inter Light"/>
              <a:sym typeface="Inter Light"/>
            </a:endParaRPr>
          </a:p>
        </p:txBody>
      </p:sp>
      <p:pic>
        <p:nvPicPr>
          <p:cNvPr id="12" name="Google Shape;12;p2"/>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13" name="Google Shape;13;p2"/>
          <p:cNvSpPr txBox="1"/>
          <p:nvPr>
            <p:ph idx="1" type="subTitle"/>
          </p:nvPr>
        </p:nvSpPr>
        <p:spPr>
          <a:xfrm>
            <a:off x="439625" y="1621075"/>
            <a:ext cx="72855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Clr>
                <a:schemeClr val="dk1"/>
              </a:buClr>
              <a:buSzPts val="1800"/>
              <a:buNone/>
              <a:defRPr sz="1800">
                <a:solidFill>
                  <a:schemeClr val="dk1"/>
                </a:solidFill>
              </a:defRPr>
            </a:lvl2pPr>
            <a:lvl3pPr lvl="2" rtl="0">
              <a:lnSpc>
                <a:spcPct val="100000"/>
              </a:lnSpc>
              <a:spcBef>
                <a:spcPts val="0"/>
              </a:spcBef>
              <a:spcAft>
                <a:spcPts val="0"/>
              </a:spcAft>
              <a:buClr>
                <a:schemeClr val="dk1"/>
              </a:buClr>
              <a:buSzPts val="1800"/>
              <a:buNone/>
              <a:defRPr sz="1800">
                <a:solidFill>
                  <a:schemeClr val="dk1"/>
                </a:solidFill>
              </a:defRPr>
            </a:lvl3pPr>
            <a:lvl4pPr lvl="3" rtl="0">
              <a:lnSpc>
                <a:spcPct val="100000"/>
              </a:lnSpc>
              <a:spcBef>
                <a:spcPts val="0"/>
              </a:spcBef>
              <a:spcAft>
                <a:spcPts val="0"/>
              </a:spcAft>
              <a:buClr>
                <a:schemeClr val="dk1"/>
              </a:buClr>
              <a:buSzPts val="1800"/>
              <a:buNone/>
              <a:defRPr sz="1800">
                <a:solidFill>
                  <a:schemeClr val="dk1"/>
                </a:solidFill>
              </a:defRPr>
            </a:lvl4pPr>
            <a:lvl5pPr lvl="4" rtl="0">
              <a:lnSpc>
                <a:spcPct val="100000"/>
              </a:lnSpc>
              <a:spcBef>
                <a:spcPts val="0"/>
              </a:spcBef>
              <a:spcAft>
                <a:spcPts val="0"/>
              </a:spcAft>
              <a:buClr>
                <a:schemeClr val="dk1"/>
              </a:buClr>
              <a:buSzPts val="1800"/>
              <a:buNone/>
              <a:defRPr sz="1800">
                <a:solidFill>
                  <a:schemeClr val="dk1"/>
                </a:solidFill>
              </a:defRPr>
            </a:lvl5pPr>
            <a:lvl6pPr lvl="5" rtl="0">
              <a:lnSpc>
                <a:spcPct val="100000"/>
              </a:lnSpc>
              <a:spcBef>
                <a:spcPts val="0"/>
              </a:spcBef>
              <a:spcAft>
                <a:spcPts val="0"/>
              </a:spcAft>
              <a:buClr>
                <a:schemeClr val="dk1"/>
              </a:buClr>
              <a:buSzPts val="1800"/>
              <a:buNone/>
              <a:defRPr sz="1800">
                <a:solidFill>
                  <a:schemeClr val="dk1"/>
                </a:solidFill>
              </a:defRPr>
            </a:lvl6pPr>
            <a:lvl7pPr lvl="6" rtl="0">
              <a:lnSpc>
                <a:spcPct val="100000"/>
              </a:lnSpc>
              <a:spcBef>
                <a:spcPts val="0"/>
              </a:spcBef>
              <a:spcAft>
                <a:spcPts val="0"/>
              </a:spcAft>
              <a:buClr>
                <a:schemeClr val="dk1"/>
              </a:buClr>
              <a:buSzPts val="1800"/>
              <a:buNone/>
              <a:defRPr sz="1800">
                <a:solidFill>
                  <a:schemeClr val="dk1"/>
                </a:solidFill>
              </a:defRPr>
            </a:lvl7pPr>
            <a:lvl8pPr lvl="7" rtl="0">
              <a:lnSpc>
                <a:spcPct val="100000"/>
              </a:lnSpc>
              <a:spcBef>
                <a:spcPts val="0"/>
              </a:spcBef>
              <a:spcAft>
                <a:spcPts val="0"/>
              </a:spcAft>
              <a:buClr>
                <a:schemeClr val="dk1"/>
              </a:buClr>
              <a:buSzPts val="1800"/>
              <a:buNone/>
              <a:defRPr sz="1800">
                <a:solidFill>
                  <a:schemeClr val="dk1"/>
                </a:solidFill>
              </a:defRPr>
            </a:lvl8pPr>
            <a:lvl9pPr lvl="8" rtl="0">
              <a:lnSpc>
                <a:spcPct val="100000"/>
              </a:lnSpc>
              <a:spcBef>
                <a:spcPts val="0"/>
              </a:spcBef>
              <a:spcAft>
                <a:spcPts val="0"/>
              </a:spcAft>
              <a:buClr>
                <a:schemeClr val="dk1"/>
              </a:buClr>
              <a:buSzPts val="1800"/>
              <a:buNone/>
              <a:defRPr sz="1800">
                <a:solidFill>
                  <a:schemeClr val="dk1"/>
                </a:solidFill>
              </a:defRPr>
            </a:lvl9pPr>
          </a:lstStyle>
          <a:p/>
        </p:txBody>
      </p:sp>
      <p:sp>
        <p:nvSpPr>
          <p:cNvPr id="14" name="Google Shape;14;p2"/>
          <p:cNvSpPr txBox="1"/>
          <p:nvPr>
            <p:ph type="title"/>
          </p:nvPr>
        </p:nvSpPr>
        <p:spPr>
          <a:xfrm>
            <a:off x="439625" y="2020275"/>
            <a:ext cx="7285500" cy="1568400"/>
          </a:xfrm>
          <a:prstGeom prst="rect">
            <a:avLst/>
          </a:prstGeom>
        </p:spPr>
        <p:txBody>
          <a:bodyPr anchorCtr="0" anchor="t" bIns="0" lIns="0" spcFirstLastPara="1" rIns="0" wrap="square" tIns="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
        <p:nvSpPr>
          <p:cNvPr id="15" name="Google Shape;15;p2"/>
          <p:cNvSpPr/>
          <p:nvPr/>
        </p:nvSpPr>
        <p:spPr>
          <a:xfrm flipH="1">
            <a:off x="0" y="0"/>
            <a:ext cx="9144000" cy="847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pic>
        <p:nvPicPr>
          <p:cNvPr id="16" name="Google Shape;16;p2"/>
          <p:cNvPicPr preferRelativeResize="0"/>
          <p:nvPr/>
        </p:nvPicPr>
        <p:blipFill>
          <a:blip r:embed="rId3">
            <a:alphaModFix/>
          </a:blip>
          <a:stretch>
            <a:fillRect/>
          </a:stretch>
        </p:blipFill>
        <p:spPr>
          <a:xfrm>
            <a:off x="7850450" y="219525"/>
            <a:ext cx="981849" cy="4584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_Title slide - blue">
  <p:cSld name="TITLE_1_1_1_3_1">
    <p:bg>
      <p:bgPr>
        <a:solidFill>
          <a:schemeClr val="accent1"/>
        </a:solidFill>
      </p:bgPr>
    </p:bg>
    <p:spTree>
      <p:nvGrpSpPr>
        <p:cNvPr id="17" name="Shape 17"/>
        <p:cNvGrpSpPr/>
        <p:nvPr/>
      </p:nvGrpSpPr>
      <p:grpSpPr>
        <a:xfrm>
          <a:off x="0" y="0"/>
          <a:ext cx="0" cy="0"/>
          <a:chOff x="0" y="0"/>
          <a:chExt cx="0" cy="0"/>
        </a:xfrm>
      </p:grpSpPr>
      <p:sp>
        <p:nvSpPr>
          <p:cNvPr id="18" name="Google Shape;18;p3"/>
          <p:cNvSpPr/>
          <p:nvPr/>
        </p:nvSpPr>
        <p:spPr>
          <a:xfrm flipH="1">
            <a:off x="0" y="0"/>
            <a:ext cx="9144000" cy="847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19" name="Google Shape;19;p3"/>
          <p:cNvSpPr txBox="1"/>
          <p:nvPr/>
        </p:nvSpPr>
        <p:spPr>
          <a:xfrm>
            <a:off x="6178575" y="4775625"/>
            <a:ext cx="2653500" cy="319200"/>
          </a:xfrm>
          <a:prstGeom prst="rect">
            <a:avLst/>
          </a:prstGeom>
          <a:noFill/>
          <a:ln>
            <a:noFill/>
          </a:ln>
        </p:spPr>
        <p:txBody>
          <a:bodyPr anchorCtr="0" anchor="ctr" bIns="91425" lIns="0" spcFirstLastPara="1" rIns="0" wrap="square" tIns="91425">
            <a:noAutofit/>
          </a:bodyPr>
          <a:lstStyle/>
          <a:p>
            <a:pPr indent="0" lvl="0" marL="0" rtl="0" algn="r">
              <a:spcBef>
                <a:spcPts val="0"/>
              </a:spcBef>
              <a:spcAft>
                <a:spcPts val="0"/>
              </a:spcAft>
              <a:buNone/>
            </a:pPr>
            <a:r>
              <a:rPr lang="en" sz="1200">
                <a:solidFill>
                  <a:schemeClr val="dk2"/>
                </a:solidFill>
                <a:latin typeface="Inter Black"/>
                <a:ea typeface="Inter Black"/>
                <a:cs typeface="Inter Black"/>
                <a:sym typeface="Inter Black"/>
              </a:rPr>
              <a:t>over</a:t>
            </a:r>
            <a:r>
              <a:rPr lang="en" sz="1200">
                <a:solidFill>
                  <a:schemeClr val="dk2"/>
                </a:solidFill>
                <a:latin typeface="Inter Light"/>
                <a:ea typeface="Inter Light"/>
                <a:cs typeface="Inter Light"/>
                <a:sym typeface="Inter Light"/>
              </a:rPr>
              <a:t>coming </a:t>
            </a:r>
            <a:r>
              <a:rPr lang="en" sz="1200">
                <a:solidFill>
                  <a:schemeClr val="dk2"/>
                </a:solidFill>
                <a:latin typeface="Inter Black"/>
                <a:ea typeface="Inter Black"/>
                <a:cs typeface="Inter Black"/>
                <a:sym typeface="Inter Black"/>
              </a:rPr>
              <a:t>under</a:t>
            </a:r>
            <a:r>
              <a:rPr lang="en" sz="1200">
                <a:solidFill>
                  <a:schemeClr val="dk2"/>
                </a:solidFill>
                <a:latin typeface="Inter Light"/>
                <a:ea typeface="Inter Light"/>
                <a:cs typeface="Inter Light"/>
                <a:sym typeface="Inter Light"/>
              </a:rPr>
              <a:t>employment</a:t>
            </a:r>
            <a:endParaRPr sz="1200">
              <a:solidFill>
                <a:schemeClr val="dk2"/>
              </a:solidFill>
              <a:latin typeface="Inter Light"/>
              <a:ea typeface="Inter Light"/>
              <a:cs typeface="Inter Light"/>
              <a:sym typeface="Inter Light"/>
            </a:endParaRPr>
          </a:p>
        </p:txBody>
      </p:sp>
      <p:sp>
        <p:nvSpPr>
          <p:cNvPr id="20" name="Google Shape;20;p3"/>
          <p:cNvSpPr txBox="1"/>
          <p:nvPr>
            <p:ph idx="1" type="subTitle"/>
          </p:nvPr>
        </p:nvSpPr>
        <p:spPr>
          <a:xfrm>
            <a:off x="439625" y="1621075"/>
            <a:ext cx="72855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Clr>
                <a:schemeClr val="dk1"/>
              </a:buClr>
              <a:buSzPts val="1800"/>
              <a:buNone/>
              <a:defRPr sz="1800">
                <a:solidFill>
                  <a:schemeClr val="dk1"/>
                </a:solidFill>
              </a:defRPr>
            </a:lvl2pPr>
            <a:lvl3pPr lvl="2" rtl="0">
              <a:lnSpc>
                <a:spcPct val="100000"/>
              </a:lnSpc>
              <a:spcBef>
                <a:spcPts val="0"/>
              </a:spcBef>
              <a:spcAft>
                <a:spcPts val="0"/>
              </a:spcAft>
              <a:buClr>
                <a:schemeClr val="dk1"/>
              </a:buClr>
              <a:buSzPts val="1800"/>
              <a:buNone/>
              <a:defRPr sz="1800">
                <a:solidFill>
                  <a:schemeClr val="dk1"/>
                </a:solidFill>
              </a:defRPr>
            </a:lvl3pPr>
            <a:lvl4pPr lvl="3" rtl="0">
              <a:lnSpc>
                <a:spcPct val="100000"/>
              </a:lnSpc>
              <a:spcBef>
                <a:spcPts val="0"/>
              </a:spcBef>
              <a:spcAft>
                <a:spcPts val="0"/>
              </a:spcAft>
              <a:buClr>
                <a:schemeClr val="dk1"/>
              </a:buClr>
              <a:buSzPts val="1800"/>
              <a:buNone/>
              <a:defRPr sz="1800">
                <a:solidFill>
                  <a:schemeClr val="dk1"/>
                </a:solidFill>
              </a:defRPr>
            </a:lvl4pPr>
            <a:lvl5pPr lvl="4" rtl="0">
              <a:lnSpc>
                <a:spcPct val="100000"/>
              </a:lnSpc>
              <a:spcBef>
                <a:spcPts val="0"/>
              </a:spcBef>
              <a:spcAft>
                <a:spcPts val="0"/>
              </a:spcAft>
              <a:buClr>
                <a:schemeClr val="dk1"/>
              </a:buClr>
              <a:buSzPts val="1800"/>
              <a:buNone/>
              <a:defRPr sz="1800">
                <a:solidFill>
                  <a:schemeClr val="dk1"/>
                </a:solidFill>
              </a:defRPr>
            </a:lvl5pPr>
            <a:lvl6pPr lvl="5" rtl="0">
              <a:lnSpc>
                <a:spcPct val="100000"/>
              </a:lnSpc>
              <a:spcBef>
                <a:spcPts val="0"/>
              </a:spcBef>
              <a:spcAft>
                <a:spcPts val="0"/>
              </a:spcAft>
              <a:buClr>
                <a:schemeClr val="dk1"/>
              </a:buClr>
              <a:buSzPts val="1800"/>
              <a:buNone/>
              <a:defRPr sz="1800">
                <a:solidFill>
                  <a:schemeClr val="dk1"/>
                </a:solidFill>
              </a:defRPr>
            </a:lvl6pPr>
            <a:lvl7pPr lvl="6" rtl="0">
              <a:lnSpc>
                <a:spcPct val="100000"/>
              </a:lnSpc>
              <a:spcBef>
                <a:spcPts val="0"/>
              </a:spcBef>
              <a:spcAft>
                <a:spcPts val="0"/>
              </a:spcAft>
              <a:buClr>
                <a:schemeClr val="dk1"/>
              </a:buClr>
              <a:buSzPts val="1800"/>
              <a:buNone/>
              <a:defRPr sz="1800">
                <a:solidFill>
                  <a:schemeClr val="dk1"/>
                </a:solidFill>
              </a:defRPr>
            </a:lvl7pPr>
            <a:lvl8pPr lvl="7" rtl="0">
              <a:lnSpc>
                <a:spcPct val="100000"/>
              </a:lnSpc>
              <a:spcBef>
                <a:spcPts val="0"/>
              </a:spcBef>
              <a:spcAft>
                <a:spcPts val="0"/>
              </a:spcAft>
              <a:buClr>
                <a:schemeClr val="dk1"/>
              </a:buClr>
              <a:buSzPts val="1800"/>
              <a:buNone/>
              <a:defRPr sz="1800">
                <a:solidFill>
                  <a:schemeClr val="dk1"/>
                </a:solidFill>
              </a:defRPr>
            </a:lvl8pPr>
            <a:lvl9pPr lvl="8" rtl="0">
              <a:lnSpc>
                <a:spcPct val="100000"/>
              </a:lnSpc>
              <a:spcBef>
                <a:spcPts val="0"/>
              </a:spcBef>
              <a:spcAft>
                <a:spcPts val="0"/>
              </a:spcAft>
              <a:buClr>
                <a:schemeClr val="dk1"/>
              </a:buClr>
              <a:buSzPts val="1800"/>
              <a:buNone/>
              <a:defRPr sz="1800">
                <a:solidFill>
                  <a:schemeClr val="dk1"/>
                </a:solidFill>
              </a:defRPr>
            </a:lvl9pPr>
          </a:lstStyle>
          <a:p/>
        </p:txBody>
      </p:sp>
      <p:pic>
        <p:nvPicPr>
          <p:cNvPr id="21" name="Google Shape;21;p3"/>
          <p:cNvPicPr preferRelativeResize="0"/>
          <p:nvPr/>
        </p:nvPicPr>
        <p:blipFill>
          <a:blip r:embed="rId2">
            <a:alphaModFix/>
          </a:blip>
          <a:stretch>
            <a:fillRect/>
          </a:stretch>
        </p:blipFill>
        <p:spPr>
          <a:xfrm>
            <a:off x="7850450" y="219525"/>
            <a:ext cx="981849" cy="458450"/>
          </a:xfrm>
          <a:prstGeom prst="rect">
            <a:avLst/>
          </a:prstGeom>
          <a:noFill/>
          <a:ln>
            <a:noFill/>
          </a:ln>
        </p:spPr>
      </p:pic>
      <p:sp>
        <p:nvSpPr>
          <p:cNvPr id="22" name="Google Shape;22;p3"/>
          <p:cNvSpPr txBox="1"/>
          <p:nvPr>
            <p:ph type="title"/>
          </p:nvPr>
        </p:nvSpPr>
        <p:spPr>
          <a:xfrm>
            <a:off x="439625" y="2020275"/>
            <a:ext cx="7285500" cy="1568400"/>
          </a:xfrm>
          <a:prstGeom prst="rect">
            <a:avLst/>
          </a:prstGeom>
        </p:spPr>
        <p:txBody>
          <a:bodyPr anchorCtr="0" anchor="t" bIns="0" lIns="0" spcFirstLastPara="1" rIns="0" wrap="square" tIns="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_Title slide - dark teal">
  <p:cSld name="TITLE_1_1_1_1_3">
    <p:bg>
      <p:bgPr>
        <a:solidFill>
          <a:schemeClr val="accent2"/>
        </a:solidFill>
      </p:bgPr>
    </p:bg>
    <p:spTree>
      <p:nvGrpSpPr>
        <p:cNvPr id="23" name="Shape 23"/>
        <p:cNvGrpSpPr/>
        <p:nvPr/>
      </p:nvGrpSpPr>
      <p:grpSpPr>
        <a:xfrm>
          <a:off x="0" y="0"/>
          <a:ext cx="0" cy="0"/>
          <a:chOff x="0" y="0"/>
          <a:chExt cx="0" cy="0"/>
        </a:xfrm>
      </p:grpSpPr>
      <p:sp>
        <p:nvSpPr>
          <p:cNvPr id="24" name="Google Shape;24;p4"/>
          <p:cNvSpPr txBox="1"/>
          <p:nvPr/>
        </p:nvSpPr>
        <p:spPr>
          <a:xfrm>
            <a:off x="6178575" y="4775625"/>
            <a:ext cx="2653500" cy="319200"/>
          </a:xfrm>
          <a:prstGeom prst="rect">
            <a:avLst/>
          </a:prstGeom>
          <a:noFill/>
          <a:ln>
            <a:noFill/>
          </a:ln>
        </p:spPr>
        <p:txBody>
          <a:bodyPr anchorCtr="0" anchor="ctr" bIns="91425" lIns="0" spcFirstLastPara="1" rIns="0" wrap="square" tIns="91425">
            <a:noAutofit/>
          </a:bodyPr>
          <a:lstStyle/>
          <a:p>
            <a:pPr indent="0" lvl="0" marL="0" rtl="0" algn="r">
              <a:spcBef>
                <a:spcPts val="0"/>
              </a:spcBef>
              <a:spcAft>
                <a:spcPts val="0"/>
              </a:spcAft>
              <a:buNone/>
            </a:pPr>
            <a:r>
              <a:rPr lang="en" sz="1200">
                <a:solidFill>
                  <a:schemeClr val="dk2"/>
                </a:solidFill>
                <a:latin typeface="Inter Black"/>
                <a:ea typeface="Inter Black"/>
                <a:cs typeface="Inter Black"/>
                <a:sym typeface="Inter Black"/>
              </a:rPr>
              <a:t>over</a:t>
            </a:r>
            <a:r>
              <a:rPr lang="en" sz="1200">
                <a:solidFill>
                  <a:schemeClr val="dk2"/>
                </a:solidFill>
                <a:latin typeface="Inter Light"/>
                <a:ea typeface="Inter Light"/>
                <a:cs typeface="Inter Light"/>
                <a:sym typeface="Inter Light"/>
              </a:rPr>
              <a:t>coming </a:t>
            </a:r>
            <a:r>
              <a:rPr lang="en" sz="1200">
                <a:solidFill>
                  <a:schemeClr val="dk2"/>
                </a:solidFill>
                <a:latin typeface="Inter Black"/>
                <a:ea typeface="Inter Black"/>
                <a:cs typeface="Inter Black"/>
                <a:sym typeface="Inter Black"/>
              </a:rPr>
              <a:t>under</a:t>
            </a:r>
            <a:r>
              <a:rPr lang="en" sz="1200">
                <a:solidFill>
                  <a:schemeClr val="dk2"/>
                </a:solidFill>
                <a:latin typeface="Inter Light"/>
                <a:ea typeface="Inter Light"/>
                <a:cs typeface="Inter Light"/>
                <a:sym typeface="Inter Light"/>
              </a:rPr>
              <a:t>employment</a:t>
            </a:r>
            <a:endParaRPr sz="1200">
              <a:solidFill>
                <a:schemeClr val="dk2"/>
              </a:solidFill>
              <a:latin typeface="Inter Light"/>
              <a:ea typeface="Inter Light"/>
              <a:cs typeface="Inter Light"/>
              <a:sym typeface="Inter Light"/>
            </a:endParaRPr>
          </a:p>
        </p:txBody>
      </p:sp>
      <p:sp>
        <p:nvSpPr>
          <p:cNvPr id="25" name="Google Shape;25;p4"/>
          <p:cNvSpPr txBox="1"/>
          <p:nvPr>
            <p:ph idx="1" type="subTitle"/>
          </p:nvPr>
        </p:nvSpPr>
        <p:spPr>
          <a:xfrm>
            <a:off x="439625" y="1621075"/>
            <a:ext cx="72855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Clr>
                <a:schemeClr val="dk1"/>
              </a:buClr>
              <a:buSzPts val="1800"/>
              <a:buNone/>
              <a:defRPr sz="1800">
                <a:solidFill>
                  <a:schemeClr val="dk1"/>
                </a:solidFill>
              </a:defRPr>
            </a:lvl2pPr>
            <a:lvl3pPr lvl="2" rtl="0">
              <a:lnSpc>
                <a:spcPct val="100000"/>
              </a:lnSpc>
              <a:spcBef>
                <a:spcPts val="0"/>
              </a:spcBef>
              <a:spcAft>
                <a:spcPts val="0"/>
              </a:spcAft>
              <a:buClr>
                <a:schemeClr val="dk1"/>
              </a:buClr>
              <a:buSzPts val="1800"/>
              <a:buNone/>
              <a:defRPr sz="1800">
                <a:solidFill>
                  <a:schemeClr val="dk1"/>
                </a:solidFill>
              </a:defRPr>
            </a:lvl3pPr>
            <a:lvl4pPr lvl="3" rtl="0">
              <a:lnSpc>
                <a:spcPct val="100000"/>
              </a:lnSpc>
              <a:spcBef>
                <a:spcPts val="0"/>
              </a:spcBef>
              <a:spcAft>
                <a:spcPts val="0"/>
              </a:spcAft>
              <a:buClr>
                <a:schemeClr val="dk1"/>
              </a:buClr>
              <a:buSzPts val="1800"/>
              <a:buNone/>
              <a:defRPr sz="1800">
                <a:solidFill>
                  <a:schemeClr val="dk1"/>
                </a:solidFill>
              </a:defRPr>
            </a:lvl4pPr>
            <a:lvl5pPr lvl="4" rtl="0">
              <a:lnSpc>
                <a:spcPct val="100000"/>
              </a:lnSpc>
              <a:spcBef>
                <a:spcPts val="0"/>
              </a:spcBef>
              <a:spcAft>
                <a:spcPts val="0"/>
              </a:spcAft>
              <a:buClr>
                <a:schemeClr val="dk1"/>
              </a:buClr>
              <a:buSzPts val="1800"/>
              <a:buNone/>
              <a:defRPr sz="1800">
                <a:solidFill>
                  <a:schemeClr val="dk1"/>
                </a:solidFill>
              </a:defRPr>
            </a:lvl5pPr>
            <a:lvl6pPr lvl="5" rtl="0">
              <a:lnSpc>
                <a:spcPct val="100000"/>
              </a:lnSpc>
              <a:spcBef>
                <a:spcPts val="0"/>
              </a:spcBef>
              <a:spcAft>
                <a:spcPts val="0"/>
              </a:spcAft>
              <a:buClr>
                <a:schemeClr val="dk1"/>
              </a:buClr>
              <a:buSzPts val="1800"/>
              <a:buNone/>
              <a:defRPr sz="1800">
                <a:solidFill>
                  <a:schemeClr val="dk1"/>
                </a:solidFill>
              </a:defRPr>
            </a:lvl6pPr>
            <a:lvl7pPr lvl="6" rtl="0">
              <a:lnSpc>
                <a:spcPct val="100000"/>
              </a:lnSpc>
              <a:spcBef>
                <a:spcPts val="0"/>
              </a:spcBef>
              <a:spcAft>
                <a:spcPts val="0"/>
              </a:spcAft>
              <a:buClr>
                <a:schemeClr val="dk1"/>
              </a:buClr>
              <a:buSzPts val="1800"/>
              <a:buNone/>
              <a:defRPr sz="1800">
                <a:solidFill>
                  <a:schemeClr val="dk1"/>
                </a:solidFill>
              </a:defRPr>
            </a:lvl7pPr>
            <a:lvl8pPr lvl="7" rtl="0">
              <a:lnSpc>
                <a:spcPct val="100000"/>
              </a:lnSpc>
              <a:spcBef>
                <a:spcPts val="0"/>
              </a:spcBef>
              <a:spcAft>
                <a:spcPts val="0"/>
              </a:spcAft>
              <a:buClr>
                <a:schemeClr val="dk1"/>
              </a:buClr>
              <a:buSzPts val="1800"/>
              <a:buNone/>
              <a:defRPr sz="1800">
                <a:solidFill>
                  <a:schemeClr val="dk1"/>
                </a:solidFill>
              </a:defRPr>
            </a:lvl8pPr>
            <a:lvl9pPr lvl="8" rtl="0">
              <a:lnSpc>
                <a:spcPct val="100000"/>
              </a:lnSpc>
              <a:spcBef>
                <a:spcPts val="0"/>
              </a:spcBef>
              <a:spcAft>
                <a:spcPts val="0"/>
              </a:spcAft>
              <a:buClr>
                <a:schemeClr val="dk1"/>
              </a:buClr>
              <a:buSzPts val="1800"/>
              <a:buNone/>
              <a:defRPr sz="1800">
                <a:solidFill>
                  <a:schemeClr val="dk1"/>
                </a:solidFill>
              </a:defRPr>
            </a:lvl9pPr>
          </a:lstStyle>
          <a:p/>
        </p:txBody>
      </p:sp>
      <p:sp>
        <p:nvSpPr>
          <p:cNvPr id="26" name="Google Shape;26;p4"/>
          <p:cNvSpPr txBox="1"/>
          <p:nvPr>
            <p:ph type="title"/>
          </p:nvPr>
        </p:nvSpPr>
        <p:spPr>
          <a:xfrm>
            <a:off x="439625" y="2020275"/>
            <a:ext cx="7285500" cy="1568400"/>
          </a:xfrm>
          <a:prstGeom prst="rect">
            <a:avLst/>
          </a:prstGeom>
        </p:spPr>
        <p:txBody>
          <a:bodyPr anchorCtr="0" anchor="t" bIns="0" lIns="0" spcFirstLastPara="1" rIns="0" wrap="square" tIns="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
        <p:nvSpPr>
          <p:cNvPr id="27" name="Google Shape;27;p4"/>
          <p:cNvSpPr/>
          <p:nvPr/>
        </p:nvSpPr>
        <p:spPr>
          <a:xfrm flipH="1">
            <a:off x="0" y="0"/>
            <a:ext cx="9144000" cy="847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pic>
        <p:nvPicPr>
          <p:cNvPr id="28" name="Google Shape;28;p4"/>
          <p:cNvPicPr preferRelativeResize="0"/>
          <p:nvPr/>
        </p:nvPicPr>
        <p:blipFill>
          <a:blip r:embed="rId2">
            <a:alphaModFix/>
          </a:blip>
          <a:stretch>
            <a:fillRect/>
          </a:stretch>
        </p:blipFill>
        <p:spPr>
          <a:xfrm>
            <a:off x="7850450" y="219525"/>
            <a:ext cx="981849" cy="4584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_Title slide - green">
  <p:cSld name="TITLE_1_1_1_1_1_3">
    <p:bg>
      <p:bgPr>
        <a:solidFill>
          <a:schemeClr val="accent3"/>
        </a:solidFill>
      </p:bgPr>
    </p:bg>
    <p:spTree>
      <p:nvGrpSpPr>
        <p:cNvPr id="29" name="Shape 29"/>
        <p:cNvGrpSpPr/>
        <p:nvPr/>
      </p:nvGrpSpPr>
      <p:grpSpPr>
        <a:xfrm>
          <a:off x="0" y="0"/>
          <a:ext cx="0" cy="0"/>
          <a:chOff x="0" y="0"/>
          <a:chExt cx="0" cy="0"/>
        </a:xfrm>
      </p:grpSpPr>
      <p:sp>
        <p:nvSpPr>
          <p:cNvPr id="30" name="Google Shape;30;p5"/>
          <p:cNvSpPr txBox="1"/>
          <p:nvPr/>
        </p:nvSpPr>
        <p:spPr>
          <a:xfrm>
            <a:off x="6178575" y="4775625"/>
            <a:ext cx="2653500" cy="319200"/>
          </a:xfrm>
          <a:prstGeom prst="rect">
            <a:avLst/>
          </a:prstGeom>
          <a:noFill/>
          <a:ln>
            <a:noFill/>
          </a:ln>
        </p:spPr>
        <p:txBody>
          <a:bodyPr anchorCtr="0" anchor="ctr" bIns="91425" lIns="0" spcFirstLastPara="1" rIns="0" wrap="square" tIns="91425">
            <a:noAutofit/>
          </a:bodyPr>
          <a:lstStyle/>
          <a:p>
            <a:pPr indent="0" lvl="0" marL="0" rtl="0" algn="r">
              <a:spcBef>
                <a:spcPts val="0"/>
              </a:spcBef>
              <a:spcAft>
                <a:spcPts val="0"/>
              </a:spcAft>
              <a:buNone/>
            </a:pPr>
            <a:r>
              <a:rPr lang="en" sz="1200">
                <a:solidFill>
                  <a:schemeClr val="dk2"/>
                </a:solidFill>
                <a:latin typeface="Inter Black"/>
                <a:ea typeface="Inter Black"/>
                <a:cs typeface="Inter Black"/>
                <a:sym typeface="Inter Black"/>
              </a:rPr>
              <a:t>over</a:t>
            </a:r>
            <a:r>
              <a:rPr lang="en" sz="1200">
                <a:solidFill>
                  <a:schemeClr val="dk2"/>
                </a:solidFill>
                <a:latin typeface="Inter Light"/>
                <a:ea typeface="Inter Light"/>
                <a:cs typeface="Inter Light"/>
                <a:sym typeface="Inter Light"/>
              </a:rPr>
              <a:t>coming </a:t>
            </a:r>
            <a:r>
              <a:rPr lang="en" sz="1200">
                <a:solidFill>
                  <a:schemeClr val="dk2"/>
                </a:solidFill>
                <a:latin typeface="Inter Black"/>
                <a:ea typeface="Inter Black"/>
                <a:cs typeface="Inter Black"/>
                <a:sym typeface="Inter Black"/>
              </a:rPr>
              <a:t>under</a:t>
            </a:r>
            <a:r>
              <a:rPr lang="en" sz="1200">
                <a:solidFill>
                  <a:schemeClr val="dk2"/>
                </a:solidFill>
                <a:latin typeface="Inter Light"/>
                <a:ea typeface="Inter Light"/>
                <a:cs typeface="Inter Light"/>
                <a:sym typeface="Inter Light"/>
              </a:rPr>
              <a:t>employment</a:t>
            </a:r>
            <a:endParaRPr sz="1200">
              <a:solidFill>
                <a:schemeClr val="dk2"/>
              </a:solidFill>
              <a:latin typeface="Inter Light"/>
              <a:ea typeface="Inter Light"/>
              <a:cs typeface="Inter Light"/>
              <a:sym typeface="Inter Light"/>
            </a:endParaRPr>
          </a:p>
        </p:txBody>
      </p:sp>
      <p:sp>
        <p:nvSpPr>
          <p:cNvPr id="31" name="Google Shape;31;p5"/>
          <p:cNvSpPr txBox="1"/>
          <p:nvPr>
            <p:ph idx="1" type="subTitle"/>
          </p:nvPr>
        </p:nvSpPr>
        <p:spPr>
          <a:xfrm>
            <a:off x="439625" y="1621075"/>
            <a:ext cx="72855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Clr>
                <a:schemeClr val="dk1"/>
              </a:buClr>
              <a:buSzPts val="1800"/>
              <a:buNone/>
              <a:defRPr sz="1800">
                <a:solidFill>
                  <a:schemeClr val="dk1"/>
                </a:solidFill>
              </a:defRPr>
            </a:lvl2pPr>
            <a:lvl3pPr lvl="2" rtl="0">
              <a:lnSpc>
                <a:spcPct val="100000"/>
              </a:lnSpc>
              <a:spcBef>
                <a:spcPts val="0"/>
              </a:spcBef>
              <a:spcAft>
                <a:spcPts val="0"/>
              </a:spcAft>
              <a:buClr>
                <a:schemeClr val="dk1"/>
              </a:buClr>
              <a:buSzPts val="1800"/>
              <a:buNone/>
              <a:defRPr sz="1800">
                <a:solidFill>
                  <a:schemeClr val="dk1"/>
                </a:solidFill>
              </a:defRPr>
            </a:lvl3pPr>
            <a:lvl4pPr lvl="3" rtl="0">
              <a:lnSpc>
                <a:spcPct val="100000"/>
              </a:lnSpc>
              <a:spcBef>
                <a:spcPts val="0"/>
              </a:spcBef>
              <a:spcAft>
                <a:spcPts val="0"/>
              </a:spcAft>
              <a:buClr>
                <a:schemeClr val="dk1"/>
              </a:buClr>
              <a:buSzPts val="1800"/>
              <a:buNone/>
              <a:defRPr sz="1800">
                <a:solidFill>
                  <a:schemeClr val="dk1"/>
                </a:solidFill>
              </a:defRPr>
            </a:lvl4pPr>
            <a:lvl5pPr lvl="4" rtl="0">
              <a:lnSpc>
                <a:spcPct val="100000"/>
              </a:lnSpc>
              <a:spcBef>
                <a:spcPts val="0"/>
              </a:spcBef>
              <a:spcAft>
                <a:spcPts val="0"/>
              </a:spcAft>
              <a:buClr>
                <a:schemeClr val="dk1"/>
              </a:buClr>
              <a:buSzPts val="1800"/>
              <a:buNone/>
              <a:defRPr sz="1800">
                <a:solidFill>
                  <a:schemeClr val="dk1"/>
                </a:solidFill>
              </a:defRPr>
            </a:lvl5pPr>
            <a:lvl6pPr lvl="5" rtl="0">
              <a:lnSpc>
                <a:spcPct val="100000"/>
              </a:lnSpc>
              <a:spcBef>
                <a:spcPts val="0"/>
              </a:spcBef>
              <a:spcAft>
                <a:spcPts val="0"/>
              </a:spcAft>
              <a:buClr>
                <a:schemeClr val="dk1"/>
              </a:buClr>
              <a:buSzPts val="1800"/>
              <a:buNone/>
              <a:defRPr sz="1800">
                <a:solidFill>
                  <a:schemeClr val="dk1"/>
                </a:solidFill>
              </a:defRPr>
            </a:lvl6pPr>
            <a:lvl7pPr lvl="6" rtl="0">
              <a:lnSpc>
                <a:spcPct val="100000"/>
              </a:lnSpc>
              <a:spcBef>
                <a:spcPts val="0"/>
              </a:spcBef>
              <a:spcAft>
                <a:spcPts val="0"/>
              </a:spcAft>
              <a:buClr>
                <a:schemeClr val="dk1"/>
              </a:buClr>
              <a:buSzPts val="1800"/>
              <a:buNone/>
              <a:defRPr sz="1800">
                <a:solidFill>
                  <a:schemeClr val="dk1"/>
                </a:solidFill>
              </a:defRPr>
            </a:lvl7pPr>
            <a:lvl8pPr lvl="7" rtl="0">
              <a:lnSpc>
                <a:spcPct val="100000"/>
              </a:lnSpc>
              <a:spcBef>
                <a:spcPts val="0"/>
              </a:spcBef>
              <a:spcAft>
                <a:spcPts val="0"/>
              </a:spcAft>
              <a:buClr>
                <a:schemeClr val="dk1"/>
              </a:buClr>
              <a:buSzPts val="1800"/>
              <a:buNone/>
              <a:defRPr sz="1800">
                <a:solidFill>
                  <a:schemeClr val="dk1"/>
                </a:solidFill>
              </a:defRPr>
            </a:lvl8pPr>
            <a:lvl9pPr lvl="8" rtl="0">
              <a:lnSpc>
                <a:spcPct val="100000"/>
              </a:lnSpc>
              <a:spcBef>
                <a:spcPts val="0"/>
              </a:spcBef>
              <a:spcAft>
                <a:spcPts val="0"/>
              </a:spcAft>
              <a:buClr>
                <a:schemeClr val="dk1"/>
              </a:buClr>
              <a:buSzPts val="1800"/>
              <a:buNone/>
              <a:defRPr sz="1800">
                <a:solidFill>
                  <a:schemeClr val="dk1"/>
                </a:solidFill>
              </a:defRPr>
            </a:lvl9pPr>
          </a:lstStyle>
          <a:p/>
        </p:txBody>
      </p:sp>
      <p:sp>
        <p:nvSpPr>
          <p:cNvPr id="32" name="Google Shape;32;p5"/>
          <p:cNvSpPr txBox="1"/>
          <p:nvPr>
            <p:ph type="title"/>
          </p:nvPr>
        </p:nvSpPr>
        <p:spPr>
          <a:xfrm>
            <a:off x="439625" y="2020275"/>
            <a:ext cx="7285500" cy="1568400"/>
          </a:xfrm>
          <a:prstGeom prst="rect">
            <a:avLst/>
          </a:prstGeom>
        </p:spPr>
        <p:txBody>
          <a:bodyPr anchorCtr="0" anchor="t" bIns="0" lIns="0" spcFirstLastPara="1" rIns="0" wrap="square" tIns="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
        <p:nvSpPr>
          <p:cNvPr id="33" name="Google Shape;33;p5"/>
          <p:cNvSpPr/>
          <p:nvPr/>
        </p:nvSpPr>
        <p:spPr>
          <a:xfrm flipH="1">
            <a:off x="0" y="0"/>
            <a:ext cx="9144000" cy="847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pic>
        <p:nvPicPr>
          <p:cNvPr id="34" name="Google Shape;34;p5"/>
          <p:cNvPicPr preferRelativeResize="0"/>
          <p:nvPr/>
        </p:nvPicPr>
        <p:blipFill>
          <a:blip r:embed="rId2">
            <a:alphaModFix/>
          </a:blip>
          <a:stretch>
            <a:fillRect/>
          </a:stretch>
        </p:blipFill>
        <p:spPr>
          <a:xfrm>
            <a:off x="7850450" y="219525"/>
            <a:ext cx="981849" cy="4584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_Title slide - yellow green">
  <p:cSld name="TITLE_1_1_1_1_1_1_3">
    <p:bg>
      <p:bgPr>
        <a:solidFill>
          <a:schemeClr val="accent4"/>
        </a:solidFill>
      </p:bgPr>
    </p:bg>
    <p:spTree>
      <p:nvGrpSpPr>
        <p:cNvPr id="35" name="Shape 35"/>
        <p:cNvGrpSpPr/>
        <p:nvPr/>
      </p:nvGrpSpPr>
      <p:grpSpPr>
        <a:xfrm>
          <a:off x="0" y="0"/>
          <a:ext cx="0" cy="0"/>
          <a:chOff x="0" y="0"/>
          <a:chExt cx="0" cy="0"/>
        </a:xfrm>
      </p:grpSpPr>
      <p:sp>
        <p:nvSpPr>
          <p:cNvPr id="36" name="Google Shape;36;p6"/>
          <p:cNvSpPr txBox="1"/>
          <p:nvPr/>
        </p:nvSpPr>
        <p:spPr>
          <a:xfrm>
            <a:off x="6178575" y="4775625"/>
            <a:ext cx="2653500" cy="319200"/>
          </a:xfrm>
          <a:prstGeom prst="rect">
            <a:avLst/>
          </a:prstGeom>
          <a:noFill/>
          <a:ln>
            <a:noFill/>
          </a:ln>
        </p:spPr>
        <p:txBody>
          <a:bodyPr anchorCtr="0" anchor="ctr" bIns="91425" lIns="0" spcFirstLastPara="1" rIns="0" wrap="square" tIns="91425">
            <a:noAutofit/>
          </a:bodyPr>
          <a:lstStyle/>
          <a:p>
            <a:pPr indent="0" lvl="0" marL="0" rtl="0" algn="r">
              <a:spcBef>
                <a:spcPts val="0"/>
              </a:spcBef>
              <a:spcAft>
                <a:spcPts val="0"/>
              </a:spcAft>
              <a:buNone/>
            </a:pPr>
            <a:r>
              <a:rPr lang="en" sz="1200">
                <a:solidFill>
                  <a:srgbClr val="0F0F12"/>
                </a:solidFill>
                <a:latin typeface="Inter Black"/>
                <a:ea typeface="Inter Black"/>
                <a:cs typeface="Inter Black"/>
                <a:sym typeface="Inter Black"/>
              </a:rPr>
              <a:t>over</a:t>
            </a:r>
            <a:r>
              <a:rPr lang="en" sz="1200">
                <a:solidFill>
                  <a:srgbClr val="0F0F12"/>
                </a:solidFill>
                <a:latin typeface="Inter Light"/>
                <a:ea typeface="Inter Light"/>
                <a:cs typeface="Inter Light"/>
                <a:sym typeface="Inter Light"/>
              </a:rPr>
              <a:t>coming </a:t>
            </a:r>
            <a:r>
              <a:rPr lang="en" sz="1200">
                <a:solidFill>
                  <a:srgbClr val="0F0F12"/>
                </a:solidFill>
                <a:latin typeface="Inter Black"/>
                <a:ea typeface="Inter Black"/>
                <a:cs typeface="Inter Black"/>
                <a:sym typeface="Inter Black"/>
              </a:rPr>
              <a:t>under</a:t>
            </a:r>
            <a:r>
              <a:rPr lang="en" sz="1200">
                <a:solidFill>
                  <a:srgbClr val="0F0F12"/>
                </a:solidFill>
                <a:latin typeface="Inter Light"/>
                <a:ea typeface="Inter Light"/>
                <a:cs typeface="Inter Light"/>
                <a:sym typeface="Inter Light"/>
              </a:rPr>
              <a:t>employment</a:t>
            </a:r>
            <a:endParaRPr sz="1200">
              <a:solidFill>
                <a:srgbClr val="0F0F12"/>
              </a:solidFill>
              <a:latin typeface="Inter Light"/>
              <a:ea typeface="Inter Light"/>
              <a:cs typeface="Inter Light"/>
              <a:sym typeface="Inter Light"/>
            </a:endParaRPr>
          </a:p>
        </p:txBody>
      </p:sp>
      <p:pic>
        <p:nvPicPr>
          <p:cNvPr id="37" name="Google Shape;37;p6"/>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38" name="Google Shape;38;p6"/>
          <p:cNvSpPr txBox="1"/>
          <p:nvPr>
            <p:ph idx="1" type="subTitle"/>
          </p:nvPr>
        </p:nvSpPr>
        <p:spPr>
          <a:xfrm>
            <a:off x="439625" y="1621075"/>
            <a:ext cx="72855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Clr>
                <a:schemeClr val="dk1"/>
              </a:buClr>
              <a:buSzPts val="1800"/>
              <a:buNone/>
              <a:defRPr sz="1800">
                <a:solidFill>
                  <a:schemeClr val="dk1"/>
                </a:solidFill>
              </a:defRPr>
            </a:lvl2pPr>
            <a:lvl3pPr lvl="2" rtl="0">
              <a:lnSpc>
                <a:spcPct val="100000"/>
              </a:lnSpc>
              <a:spcBef>
                <a:spcPts val="0"/>
              </a:spcBef>
              <a:spcAft>
                <a:spcPts val="0"/>
              </a:spcAft>
              <a:buClr>
                <a:schemeClr val="dk1"/>
              </a:buClr>
              <a:buSzPts val="1800"/>
              <a:buNone/>
              <a:defRPr sz="1800">
                <a:solidFill>
                  <a:schemeClr val="dk1"/>
                </a:solidFill>
              </a:defRPr>
            </a:lvl3pPr>
            <a:lvl4pPr lvl="3" rtl="0">
              <a:lnSpc>
                <a:spcPct val="100000"/>
              </a:lnSpc>
              <a:spcBef>
                <a:spcPts val="0"/>
              </a:spcBef>
              <a:spcAft>
                <a:spcPts val="0"/>
              </a:spcAft>
              <a:buClr>
                <a:schemeClr val="dk1"/>
              </a:buClr>
              <a:buSzPts val="1800"/>
              <a:buNone/>
              <a:defRPr sz="1800">
                <a:solidFill>
                  <a:schemeClr val="dk1"/>
                </a:solidFill>
              </a:defRPr>
            </a:lvl4pPr>
            <a:lvl5pPr lvl="4" rtl="0">
              <a:lnSpc>
                <a:spcPct val="100000"/>
              </a:lnSpc>
              <a:spcBef>
                <a:spcPts val="0"/>
              </a:spcBef>
              <a:spcAft>
                <a:spcPts val="0"/>
              </a:spcAft>
              <a:buClr>
                <a:schemeClr val="dk1"/>
              </a:buClr>
              <a:buSzPts val="1800"/>
              <a:buNone/>
              <a:defRPr sz="1800">
                <a:solidFill>
                  <a:schemeClr val="dk1"/>
                </a:solidFill>
              </a:defRPr>
            </a:lvl5pPr>
            <a:lvl6pPr lvl="5" rtl="0">
              <a:lnSpc>
                <a:spcPct val="100000"/>
              </a:lnSpc>
              <a:spcBef>
                <a:spcPts val="0"/>
              </a:spcBef>
              <a:spcAft>
                <a:spcPts val="0"/>
              </a:spcAft>
              <a:buClr>
                <a:schemeClr val="dk1"/>
              </a:buClr>
              <a:buSzPts val="1800"/>
              <a:buNone/>
              <a:defRPr sz="1800">
                <a:solidFill>
                  <a:schemeClr val="dk1"/>
                </a:solidFill>
              </a:defRPr>
            </a:lvl6pPr>
            <a:lvl7pPr lvl="6" rtl="0">
              <a:lnSpc>
                <a:spcPct val="100000"/>
              </a:lnSpc>
              <a:spcBef>
                <a:spcPts val="0"/>
              </a:spcBef>
              <a:spcAft>
                <a:spcPts val="0"/>
              </a:spcAft>
              <a:buClr>
                <a:schemeClr val="dk1"/>
              </a:buClr>
              <a:buSzPts val="1800"/>
              <a:buNone/>
              <a:defRPr sz="1800">
                <a:solidFill>
                  <a:schemeClr val="dk1"/>
                </a:solidFill>
              </a:defRPr>
            </a:lvl7pPr>
            <a:lvl8pPr lvl="7" rtl="0">
              <a:lnSpc>
                <a:spcPct val="100000"/>
              </a:lnSpc>
              <a:spcBef>
                <a:spcPts val="0"/>
              </a:spcBef>
              <a:spcAft>
                <a:spcPts val="0"/>
              </a:spcAft>
              <a:buClr>
                <a:schemeClr val="dk1"/>
              </a:buClr>
              <a:buSzPts val="1800"/>
              <a:buNone/>
              <a:defRPr sz="1800">
                <a:solidFill>
                  <a:schemeClr val="dk1"/>
                </a:solidFill>
              </a:defRPr>
            </a:lvl8pPr>
            <a:lvl9pPr lvl="8" rtl="0">
              <a:lnSpc>
                <a:spcPct val="100000"/>
              </a:lnSpc>
              <a:spcBef>
                <a:spcPts val="0"/>
              </a:spcBef>
              <a:spcAft>
                <a:spcPts val="0"/>
              </a:spcAft>
              <a:buClr>
                <a:schemeClr val="dk1"/>
              </a:buClr>
              <a:buSzPts val="1800"/>
              <a:buNone/>
              <a:defRPr sz="1800">
                <a:solidFill>
                  <a:schemeClr val="dk1"/>
                </a:solidFill>
              </a:defRPr>
            </a:lvl9pPr>
          </a:lstStyle>
          <a:p/>
        </p:txBody>
      </p:sp>
      <p:sp>
        <p:nvSpPr>
          <p:cNvPr id="39" name="Google Shape;39;p6"/>
          <p:cNvSpPr txBox="1"/>
          <p:nvPr>
            <p:ph type="title"/>
          </p:nvPr>
        </p:nvSpPr>
        <p:spPr>
          <a:xfrm>
            <a:off x="439625" y="2020275"/>
            <a:ext cx="7285500" cy="1568400"/>
          </a:xfrm>
          <a:prstGeom prst="rect">
            <a:avLst/>
          </a:prstGeom>
        </p:spPr>
        <p:txBody>
          <a:bodyPr anchorCtr="0" anchor="t" bIns="0" lIns="0" spcFirstLastPara="1" rIns="0" wrap="square" tIns="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
        <p:nvSpPr>
          <p:cNvPr id="40" name="Google Shape;40;p6"/>
          <p:cNvSpPr/>
          <p:nvPr/>
        </p:nvSpPr>
        <p:spPr>
          <a:xfrm flipH="1">
            <a:off x="0" y="0"/>
            <a:ext cx="9144000" cy="847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pic>
        <p:nvPicPr>
          <p:cNvPr id="41" name="Google Shape;41;p6"/>
          <p:cNvPicPr preferRelativeResize="0"/>
          <p:nvPr/>
        </p:nvPicPr>
        <p:blipFill>
          <a:blip r:embed="rId3">
            <a:alphaModFix/>
          </a:blip>
          <a:stretch>
            <a:fillRect/>
          </a:stretch>
        </p:blipFill>
        <p:spPr>
          <a:xfrm>
            <a:off x="7850450" y="219525"/>
            <a:ext cx="981849" cy="4584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_Title slide - yellow">
  <p:cSld name="TITLE_1_1_1_1_1_1_1_2">
    <p:bg>
      <p:bgPr>
        <a:solidFill>
          <a:schemeClr val="accent5"/>
        </a:solidFill>
      </p:bgPr>
    </p:bg>
    <p:spTree>
      <p:nvGrpSpPr>
        <p:cNvPr id="42" name="Shape 42"/>
        <p:cNvGrpSpPr/>
        <p:nvPr/>
      </p:nvGrpSpPr>
      <p:grpSpPr>
        <a:xfrm>
          <a:off x="0" y="0"/>
          <a:ext cx="0" cy="0"/>
          <a:chOff x="0" y="0"/>
          <a:chExt cx="0" cy="0"/>
        </a:xfrm>
      </p:grpSpPr>
      <p:sp>
        <p:nvSpPr>
          <p:cNvPr id="43" name="Google Shape;43;p7"/>
          <p:cNvSpPr txBox="1"/>
          <p:nvPr/>
        </p:nvSpPr>
        <p:spPr>
          <a:xfrm>
            <a:off x="6178575" y="4775625"/>
            <a:ext cx="2653500" cy="319200"/>
          </a:xfrm>
          <a:prstGeom prst="rect">
            <a:avLst/>
          </a:prstGeom>
          <a:noFill/>
          <a:ln>
            <a:noFill/>
          </a:ln>
        </p:spPr>
        <p:txBody>
          <a:bodyPr anchorCtr="0" anchor="ctr" bIns="91425" lIns="0" spcFirstLastPara="1" rIns="0" wrap="square" tIns="91425">
            <a:noAutofit/>
          </a:bodyPr>
          <a:lstStyle/>
          <a:p>
            <a:pPr indent="0" lvl="0" marL="0" rtl="0" algn="r">
              <a:spcBef>
                <a:spcPts val="0"/>
              </a:spcBef>
              <a:spcAft>
                <a:spcPts val="0"/>
              </a:spcAft>
              <a:buNone/>
            </a:pPr>
            <a:r>
              <a:rPr lang="en" sz="1200">
                <a:solidFill>
                  <a:srgbClr val="0F0F12"/>
                </a:solidFill>
                <a:latin typeface="Inter Black"/>
                <a:ea typeface="Inter Black"/>
                <a:cs typeface="Inter Black"/>
                <a:sym typeface="Inter Black"/>
              </a:rPr>
              <a:t>over</a:t>
            </a:r>
            <a:r>
              <a:rPr lang="en" sz="1200">
                <a:solidFill>
                  <a:srgbClr val="0F0F12"/>
                </a:solidFill>
                <a:latin typeface="Inter Light"/>
                <a:ea typeface="Inter Light"/>
                <a:cs typeface="Inter Light"/>
                <a:sym typeface="Inter Light"/>
              </a:rPr>
              <a:t>coming </a:t>
            </a:r>
            <a:r>
              <a:rPr lang="en" sz="1200">
                <a:solidFill>
                  <a:srgbClr val="0F0F12"/>
                </a:solidFill>
                <a:latin typeface="Inter Black"/>
                <a:ea typeface="Inter Black"/>
                <a:cs typeface="Inter Black"/>
                <a:sym typeface="Inter Black"/>
              </a:rPr>
              <a:t>under</a:t>
            </a:r>
            <a:r>
              <a:rPr lang="en" sz="1200">
                <a:solidFill>
                  <a:srgbClr val="0F0F12"/>
                </a:solidFill>
                <a:latin typeface="Inter Light"/>
                <a:ea typeface="Inter Light"/>
                <a:cs typeface="Inter Light"/>
                <a:sym typeface="Inter Light"/>
              </a:rPr>
              <a:t>employment</a:t>
            </a:r>
            <a:endParaRPr sz="1200">
              <a:solidFill>
                <a:srgbClr val="0F0F12"/>
              </a:solidFill>
              <a:latin typeface="Inter Light"/>
              <a:ea typeface="Inter Light"/>
              <a:cs typeface="Inter Light"/>
              <a:sym typeface="Inter Light"/>
            </a:endParaRPr>
          </a:p>
        </p:txBody>
      </p:sp>
      <p:pic>
        <p:nvPicPr>
          <p:cNvPr id="44" name="Google Shape;44;p7"/>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45" name="Google Shape;45;p7"/>
          <p:cNvSpPr txBox="1"/>
          <p:nvPr>
            <p:ph idx="1" type="subTitle"/>
          </p:nvPr>
        </p:nvSpPr>
        <p:spPr>
          <a:xfrm>
            <a:off x="439625" y="1621075"/>
            <a:ext cx="72855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Clr>
                <a:schemeClr val="dk1"/>
              </a:buClr>
              <a:buSzPts val="1800"/>
              <a:buNone/>
              <a:defRPr sz="1800">
                <a:solidFill>
                  <a:schemeClr val="dk1"/>
                </a:solidFill>
              </a:defRPr>
            </a:lvl2pPr>
            <a:lvl3pPr lvl="2" rtl="0">
              <a:lnSpc>
                <a:spcPct val="100000"/>
              </a:lnSpc>
              <a:spcBef>
                <a:spcPts val="0"/>
              </a:spcBef>
              <a:spcAft>
                <a:spcPts val="0"/>
              </a:spcAft>
              <a:buClr>
                <a:schemeClr val="dk1"/>
              </a:buClr>
              <a:buSzPts val="1800"/>
              <a:buNone/>
              <a:defRPr sz="1800">
                <a:solidFill>
                  <a:schemeClr val="dk1"/>
                </a:solidFill>
              </a:defRPr>
            </a:lvl3pPr>
            <a:lvl4pPr lvl="3" rtl="0">
              <a:lnSpc>
                <a:spcPct val="100000"/>
              </a:lnSpc>
              <a:spcBef>
                <a:spcPts val="0"/>
              </a:spcBef>
              <a:spcAft>
                <a:spcPts val="0"/>
              </a:spcAft>
              <a:buClr>
                <a:schemeClr val="dk1"/>
              </a:buClr>
              <a:buSzPts val="1800"/>
              <a:buNone/>
              <a:defRPr sz="1800">
                <a:solidFill>
                  <a:schemeClr val="dk1"/>
                </a:solidFill>
              </a:defRPr>
            </a:lvl4pPr>
            <a:lvl5pPr lvl="4" rtl="0">
              <a:lnSpc>
                <a:spcPct val="100000"/>
              </a:lnSpc>
              <a:spcBef>
                <a:spcPts val="0"/>
              </a:spcBef>
              <a:spcAft>
                <a:spcPts val="0"/>
              </a:spcAft>
              <a:buClr>
                <a:schemeClr val="dk1"/>
              </a:buClr>
              <a:buSzPts val="1800"/>
              <a:buNone/>
              <a:defRPr sz="1800">
                <a:solidFill>
                  <a:schemeClr val="dk1"/>
                </a:solidFill>
              </a:defRPr>
            </a:lvl5pPr>
            <a:lvl6pPr lvl="5" rtl="0">
              <a:lnSpc>
                <a:spcPct val="100000"/>
              </a:lnSpc>
              <a:spcBef>
                <a:spcPts val="0"/>
              </a:spcBef>
              <a:spcAft>
                <a:spcPts val="0"/>
              </a:spcAft>
              <a:buClr>
                <a:schemeClr val="dk1"/>
              </a:buClr>
              <a:buSzPts val="1800"/>
              <a:buNone/>
              <a:defRPr sz="1800">
                <a:solidFill>
                  <a:schemeClr val="dk1"/>
                </a:solidFill>
              </a:defRPr>
            </a:lvl6pPr>
            <a:lvl7pPr lvl="6" rtl="0">
              <a:lnSpc>
                <a:spcPct val="100000"/>
              </a:lnSpc>
              <a:spcBef>
                <a:spcPts val="0"/>
              </a:spcBef>
              <a:spcAft>
                <a:spcPts val="0"/>
              </a:spcAft>
              <a:buClr>
                <a:schemeClr val="dk1"/>
              </a:buClr>
              <a:buSzPts val="1800"/>
              <a:buNone/>
              <a:defRPr sz="1800">
                <a:solidFill>
                  <a:schemeClr val="dk1"/>
                </a:solidFill>
              </a:defRPr>
            </a:lvl7pPr>
            <a:lvl8pPr lvl="7" rtl="0">
              <a:lnSpc>
                <a:spcPct val="100000"/>
              </a:lnSpc>
              <a:spcBef>
                <a:spcPts val="0"/>
              </a:spcBef>
              <a:spcAft>
                <a:spcPts val="0"/>
              </a:spcAft>
              <a:buClr>
                <a:schemeClr val="dk1"/>
              </a:buClr>
              <a:buSzPts val="1800"/>
              <a:buNone/>
              <a:defRPr sz="1800">
                <a:solidFill>
                  <a:schemeClr val="dk1"/>
                </a:solidFill>
              </a:defRPr>
            </a:lvl8pPr>
            <a:lvl9pPr lvl="8" rtl="0">
              <a:lnSpc>
                <a:spcPct val="100000"/>
              </a:lnSpc>
              <a:spcBef>
                <a:spcPts val="0"/>
              </a:spcBef>
              <a:spcAft>
                <a:spcPts val="0"/>
              </a:spcAft>
              <a:buClr>
                <a:schemeClr val="dk1"/>
              </a:buClr>
              <a:buSzPts val="1800"/>
              <a:buNone/>
              <a:defRPr sz="1800">
                <a:solidFill>
                  <a:schemeClr val="dk1"/>
                </a:solidFill>
              </a:defRPr>
            </a:lvl9pPr>
          </a:lstStyle>
          <a:p/>
        </p:txBody>
      </p:sp>
      <p:sp>
        <p:nvSpPr>
          <p:cNvPr id="46" name="Google Shape;46;p7"/>
          <p:cNvSpPr txBox="1"/>
          <p:nvPr>
            <p:ph type="title"/>
          </p:nvPr>
        </p:nvSpPr>
        <p:spPr>
          <a:xfrm>
            <a:off x="439625" y="2020275"/>
            <a:ext cx="7285500" cy="1568400"/>
          </a:xfrm>
          <a:prstGeom prst="rect">
            <a:avLst/>
          </a:prstGeom>
        </p:spPr>
        <p:txBody>
          <a:bodyPr anchorCtr="0" anchor="t" bIns="0" lIns="0" spcFirstLastPara="1" rIns="0" wrap="square" tIns="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
        <p:nvSpPr>
          <p:cNvPr id="47" name="Google Shape;47;p7"/>
          <p:cNvSpPr/>
          <p:nvPr/>
        </p:nvSpPr>
        <p:spPr>
          <a:xfrm flipH="1">
            <a:off x="0" y="0"/>
            <a:ext cx="9144000" cy="847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pic>
        <p:nvPicPr>
          <p:cNvPr id="48" name="Google Shape;48;p7"/>
          <p:cNvPicPr preferRelativeResize="0"/>
          <p:nvPr/>
        </p:nvPicPr>
        <p:blipFill>
          <a:blip r:embed="rId3">
            <a:alphaModFix/>
          </a:blip>
          <a:stretch>
            <a:fillRect/>
          </a:stretch>
        </p:blipFill>
        <p:spPr>
          <a:xfrm>
            <a:off x="7850450" y="219525"/>
            <a:ext cx="981849" cy="4584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_Agenda - gray">
  <p:cSld name="TITLE_ONLY_1_1_4_1_2">
    <p:bg>
      <p:bgPr>
        <a:solidFill>
          <a:schemeClr val="lt1"/>
        </a:solidFill>
      </p:bgPr>
    </p:bg>
    <p:spTree>
      <p:nvGrpSpPr>
        <p:cNvPr id="49" name="Shape 49"/>
        <p:cNvGrpSpPr/>
        <p:nvPr/>
      </p:nvGrpSpPr>
      <p:grpSpPr>
        <a:xfrm>
          <a:off x="0" y="0"/>
          <a:ext cx="0" cy="0"/>
          <a:chOff x="0" y="0"/>
          <a:chExt cx="0" cy="0"/>
        </a:xfrm>
      </p:grpSpPr>
      <p:sp>
        <p:nvSpPr>
          <p:cNvPr id="50" name="Google Shape;50;p8"/>
          <p:cNvSpPr/>
          <p:nvPr/>
        </p:nvSpPr>
        <p:spPr>
          <a:xfrm flipH="1">
            <a:off x="0" y="4681475"/>
            <a:ext cx="9144000" cy="465900"/>
          </a:xfrm>
          <a:prstGeom prst="rect">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51" name="Google Shape;51;p8"/>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8"/>
          <p:cNvSpPr/>
          <p:nvPr/>
        </p:nvSpPr>
        <p:spPr>
          <a:xfrm rot="10800000">
            <a:off x="-4525" y="-11125"/>
            <a:ext cx="3071100" cy="5163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53" name="Google Shape;53;p8"/>
          <p:cNvSpPr txBox="1"/>
          <p:nvPr>
            <p:ph idx="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8"/>
          <p:cNvSpPr txBox="1"/>
          <p:nvPr>
            <p:ph type="title"/>
          </p:nvPr>
        </p:nvSpPr>
        <p:spPr>
          <a:xfrm>
            <a:off x="431725" y="1000075"/>
            <a:ext cx="2322600" cy="150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 name="Google Shape;55;p8"/>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56" name="Google Shape;56;p8"/>
          <p:cNvSpPr txBox="1"/>
          <p:nvPr>
            <p:ph idx="1" type="body"/>
          </p:nvPr>
        </p:nvSpPr>
        <p:spPr>
          <a:xfrm>
            <a:off x="3534925" y="1000075"/>
            <a:ext cx="5105100" cy="2973000"/>
          </a:xfrm>
          <a:prstGeom prst="rect">
            <a:avLst/>
          </a:prstGeom>
        </p:spPr>
        <p:txBody>
          <a:bodyPr anchorCtr="0" anchor="ctr" bIns="0" lIns="0" spcFirstLastPara="1" rIns="0" wrap="square" tIns="0">
            <a:noAutofit/>
          </a:bodyPr>
          <a:lstStyle>
            <a:lvl1pPr indent="-330200" lvl="0" marL="457200" rtl="0">
              <a:lnSpc>
                <a:spcPct val="150000"/>
              </a:lnSpc>
              <a:spcBef>
                <a:spcPts val="0"/>
              </a:spcBef>
              <a:spcAft>
                <a:spcPts val="0"/>
              </a:spcAft>
              <a:buClr>
                <a:schemeClr val="dk1"/>
              </a:buClr>
              <a:buSzPts val="1600"/>
              <a:buChar char="●"/>
              <a:defRPr sz="1600">
                <a:solidFill>
                  <a:schemeClr val="dk1"/>
                </a:solidFill>
              </a:defRPr>
            </a:lvl1pPr>
            <a:lvl2pPr indent="-330200" lvl="1" marL="914400" rtl="0">
              <a:lnSpc>
                <a:spcPct val="150000"/>
              </a:lnSpc>
              <a:spcBef>
                <a:spcPts val="1000"/>
              </a:spcBef>
              <a:spcAft>
                <a:spcPts val="0"/>
              </a:spcAft>
              <a:buClr>
                <a:schemeClr val="dk1"/>
              </a:buClr>
              <a:buSzPts val="1600"/>
              <a:buChar char="●"/>
              <a:defRPr>
                <a:solidFill>
                  <a:schemeClr val="dk1"/>
                </a:solidFill>
              </a:defRPr>
            </a:lvl2pPr>
            <a:lvl3pPr indent="-330200" lvl="2" marL="1371600" rtl="0">
              <a:lnSpc>
                <a:spcPct val="150000"/>
              </a:lnSpc>
              <a:spcBef>
                <a:spcPts val="1000"/>
              </a:spcBef>
              <a:spcAft>
                <a:spcPts val="0"/>
              </a:spcAft>
              <a:buClr>
                <a:schemeClr val="dk1"/>
              </a:buClr>
              <a:buSzPts val="1600"/>
              <a:buChar char="●"/>
              <a:defRPr>
                <a:solidFill>
                  <a:schemeClr val="dk1"/>
                </a:solidFill>
              </a:defRPr>
            </a:lvl3pPr>
            <a:lvl4pPr indent="-330200" lvl="3" marL="1828800" rtl="0">
              <a:lnSpc>
                <a:spcPct val="150000"/>
              </a:lnSpc>
              <a:spcBef>
                <a:spcPts val="1000"/>
              </a:spcBef>
              <a:spcAft>
                <a:spcPts val="0"/>
              </a:spcAft>
              <a:buClr>
                <a:schemeClr val="dk1"/>
              </a:buClr>
              <a:buSzPts val="1600"/>
              <a:buChar char="●"/>
              <a:defRPr>
                <a:solidFill>
                  <a:schemeClr val="dk1"/>
                </a:solidFill>
              </a:defRPr>
            </a:lvl4pPr>
            <a:lvl5pPr indent="-330200" lvl="4" marL="2286000" rtl="0">
              <a:lnSpc>
                <a:spcPct val="150000"/>
              </a:lnSpc>
              <a:spcBef>
                <a:spcPts val="1000"/>
              </a:spcBef>
              <a:spcAft>
                <a:spcPts val="0"/>
              </a:spcAft>
              <a:buClr>
                <a:schemeClr val="dk1"/>
              </a:buClr>
              <a:buSzPts val="1600"/>
              <a:buChar char="●"/>
              <a:defRPr>
                <a:solidFill>
                  <a:schemeClr val="dk1"/>
                </a:solidFill>
              </a:defRPr>
            </a:lvl5pPr>
            <a:lvl6pPr indent="-330200" lvl="5" marL="2743200" rtl="0">
              <a:lnSpc>
                <a:spcPct val="150000"/>
              </a:lnSpc>
              <a:spcBef>
                <a:spcPts val="1000"/>
              </a:spcBef>
              <a:spcAft>
                <a:spcPts val="0"/>
              </a:spcAft>
              <a:buClr>
                <a:schemeClr val="dk1"/>
              </a:buClr>
              <a:buSzPts val="1600"/>
              <a:buChar char="●"/>
              <a:defRPr>
                <a:solidFill>
                  <a:schemeClr val="dk1"/>
                </a:solidFill>
              </a:defRPr>
            </a:lvl6pPr>
            <a:lvl7pPr indent="-330200" lvl="6" marL="3200400" rtl="0">
              <a:lnSpc>
                <a:spcPct val="150000"/>
              </a:lnSpc>
              <a:spcBef>
                <a:spcPts val="1000"/>
              </a:spcBef>
              <a:spcAft>
                <a:spcPts val="0"/>
              </a:spcAft>
              <a:buClr>
                <a:schemeClr val="dk1"/>
              </a:buClr>
              <a:buSzPts val="1600"/>
              <a:buChar char="●"/>
              <a:defRPr>
                <a:solidFill>
                  <a:schemeClr val="dk1"/>
                </a:solidFill>
              </a:defRPr>
            </a:lvl7pPr>
            <a:lvl8pPr indent="-330200" lvl="7" marL="3657600" rtl="0">
              <a:lnSpc>
                <a:spcPct val="150000"/>
              </a:lnSpc>
              <a:spcBef>
                <a:spcPts val="1000"/>
              </a:spcBef>
              <a:spcAft>
                <a:spcPts val="0"/>
              </a:spcAft>
              <a:buClr>
                <a:schemeClr val="dk1"/>
              </a:buClr>
              <a:buSzPts val="1600"/>
              <a:buChar char="●"/>
              <a:defRPr>
                <a:solidFill>
                  <a:schemeClr val="dk1"/>
                </a:solidFill>
              </a:defRPr>
            </a:lvl8pPr>
            <a:lvl9pPr indent="-330200" lvl="8" marL="4114800" rtl="0">
              <a:lnSpc>
                <a:spcPct val="150000"/>
              </a:lnSpc>
              <a:spcBef>
                <a:spcPts val="1000"/>
              </a:spcBef>
              <a:spcAft>
                <a:spcPts val="1000"/>
              </a:spcAft>
              <a:buClr>
                <a:schemeClr val="dk1"/>
              </a:buClr>
              <a:buSzPts val="1600"/>
              <a:buChar char="●"/>
              <a:defRPr>
                <a:solidFill>
                  <a:schemeClr val="dk1"/>
                </a:solidFill>
              </a:defRPr>
            </a:lvl9pPr>
          </a:lstStyle>
          <a:p/>
        </p:txBody>
      </p:sp>
      <p:sp>
        <p:nvSpPr>
          <p:cNvPr id="57" name="Google Shape;57;p8"/>
          <p:cNvSpPr txBox="1"/>
          <p:nvPr>
            <p:ph idx="3" type="subTitle"/>
          </p:nvPr>
        </p:nvSpPr>
        <p:spPr>
          <a:xfrm>
            <a:off x="3534925" y="4870025"/>
            <a:ext cx="4629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_Agenda - blue">
  <p:cSld name="TITLE_ONLY_1_1_4_1_2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p:nvPr/>
        </p:nvSpPr>
        <p:spPr>
          <a:xfrm rot="10800000">
            <a:off x="-4525" y="-25"/>
            <a:ext cx="3071100" cy="5151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61" name="Google Shape;61;p9"/>
          <p:cNvSpPr txBox="1"/>
          <p:nvPr>
            <p:ph idx="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9"/>
          <p:cNvSpPr txBox="1"/>
          <p:nvPr>
            <p:ph idx="1" type="body"/>
          </p:nvPr>
        </p:nvSpPr>
        <p:spPr>
          <a:xfrm>
            <a:off x="3534925" y="1000075"/>
            <a:ext cx="5105100" cy="2973000"/>
          </a:xfrm>
          <a:prstGeom prst="rect">
            <a:avLst/>
          </a:prstGeom>
        </p:spPr>
        <p:txBody>
          <a:bodyPr anchorCtr="0" anchor="ctr" bIns="0" lIns="0" spcFirstLastPara="1" rIns="0" wrap="square" tIns="0">
            <a:noAutofit/>
          </a:bodyPr>
          <a:lstStyle>
            <a:lvl1pPr indent="-330200" lvl="0" marL="457200" rtl="0">
              <a:lnSpc>
                <a:spcPct val="150000"/>
              </a:lnSpc>
              <a:spcBef>
                <a:spcPts val="0"/>
              </a:spcBef>
              <a:spcAft>
                <a:spcPts val="0"/>
              </a:spcAft>
              <a:buClr>
                <a:schemeClr val="dk1"/>
              </a:buClr>
              <a:buSzPts val="1600"/>
              <a:buChar char="●"/>
              <a:defRPr sz="1600">
                <a:solidFill>
                  <a:schemeClr val="dk1"/>
                </a:solidFill>
              </a:defRPr>
            </a:lvl1pPr>
            <a:lvl2pPr indent="-330200" lvl="1" marL="914400" rtl="0">
              <a:lnSpc>
                <a:spcPct val="150000"/>
              </a:lnSpc>
              <a:spcBef>
                <a:spcPts val="1000"/>
              </a:spcBef>
              <a:spcAft>
                <a:spcPts val="0"/>
              </a:spcAft>
              <a:buClr>
                <a:schemeClr val="dk1"/>
              </a:buClr>
              <a:buSzPts val="1600"/>
              <a:buChar char="●"/>
              <a:defRPr>
                <a:solidFill>
                  <a:schemeClr val="dk1"/>
                </a:solidFill>
              </a:defRPr>
            </a:lvl2pPr>
            <a:lvl3pPr indent="-330200" lvl="2" marL="1371600" rtl="0">
              <a:lnSpc>
                <a:spcPct val="150000"/>
              </a:lnSpc>
              <a:spcBef>
                <a:spcPts val="1000"/>
              </a:spcBef>
              <a:spcAft>
                <a:spcPts val="0"/>
              </a:spcAft>
              <a:buClr>
                <a:schemeClr val="dk1"/>
              </a:buClr>
              <a:buSzPts val="1600"/>
              <a:buChar char="●"/>
              <a:defRPr>
                <a:solidFill>
                  <a:schemeClr val="dk1"/>
                </a:solidFill>
              </a:defRPr>
            </a:lvl3pPr>
            <a:lvl4pPr indent="-330200" lvl="3" marL="1828800" rtl="0">
              <a:lnSpc>
                <a:spcPct val="150000"/>
              </a:lnSpc>
              <a:spcBef>
                <a:spcPts val="1000"/>
              </a:spcBef>
              <a:spcAft>
                <a:spcPts val="0"/>
              </a:spcAft>
              <a:buClr>
                <a:schemeClr val="dk1"/>
              </a:buClr>
              <a:buSzPts val="1600"/>
              <a:buChar char="●"/>
              <a:defRPr>
                <a:solidFill>
                  <a:schemeClr val="dk1"/>
                </a:solidFill>
              </a:defRPr>
            </a:lvl4pPr>
            <a:lvl5pPr indent="-330200" lvl="4" marL="2286000" rtl="0">
              <a:lnSpc>
                <a:spcPct val="150000"/>
              </a:lnSpc>
              <a:spcBef>
                <a:spcPts val="1000"/>
              </a:spcBef>
              <a:spcAft>
                <a:spcPts val="0"/>
              </a:spcAft>
              <a:buClr>
                <a:schemeClr val="dk1"/>
              </a:buClr>
              <a:buSzPts val="1600"/>
              <a:buChar char="●"/>
              <a:defRPr>
                <a:solidFill>
                  <a:schemeClr val="dk1"/>
                </a:solidFill>
              </a:defRPr>
            </a:lvl5pPr>
            <a:lvl6pPr indent="-330200" lvl="5" marL="2743200" rtl="0">
              <a:lnSpc>
                <a:spcPct val="150000"/>
              </a:lnSpc>
              <a:spcBef>
                <a:spcPts val="1000"/>
              </a:spcBef>
              <a:spcAft>
                <a:spcPts val="0"/>
              </a:spcAft>
              <a:buClr>
                <a:schemeClr val="dk1"/>
              </a:buClr>
              <a:buSzPts val="1600"/>
              <a:buChar char="●"/>
              <a:defRPr>
                <a:solidFill>
                  <a:schemeClr val="dk1"/>
                </a:solidFill>
              </a:defRPr>
            </a:lvl6pPr>
            <a:lvl7pPr indent="-330200" lvl="6" marL="3200400" rtl="0">
              <a:lnSpc>
                <a:spcPct val="150000"/>
              </a:lnSpc>
              <a:spcBef>
                <a:spcPts val="1000"/>
              </a:spcBef>
              <a:spcAft>
                <a:spcPts val="0"/>
              </a:spcAft>
              <a:buClr>
                <a:schemeClr val="dk1"/>
              </a:buClr>
              <a:buSzPts val="1600"/>
              <a:buChar char="●"/>
              <a:defRPr>
                <a:solidFill>
                  <a:schemeClr val="dk1"/>
                </a:solidFill>
              </a:defRPr>
            </a:lvl7pPr>
            <a:lvl8pPr indent="-330200" lvl="7" marL="3657600" rtl="0">
              <a:lnSpc>
                <a:spcPct val="150000"/>
              </a:lnSpc>
              <a:spcBef>
                <a:spcPts val="1000"/>
              </a:spcBef>
              <a:spcAft>
                <a:spcPts val="0"/>
              </a:spcAft>
              <a:buClr>
                <a:schemeClr val="dk1"/>
              </a:buClr>
              <a:buSzPts val="1600"/>
              <a:buChar char="●"/>
              <a:defRPr>
                <a:solidFill>
                  <a:schemeClr val="dk1"/>
                </a:solidFill>
              </a:defRPr>
            </a:lvl8pPr>
            <a:lvl9pPr indent="-330200" lvl="8" marL="4114800" rtl="0">
              <a:lnSpc>
                <a:spcPct val="150000"/>
              </a:lnSpc>
              <a:spcBef>
                <a:spcPts val="1000"/>
              </a:spcBef>
              <a:spcAft>
                <a:spcPts val="1000"/>
              </a:spcAft>
              <a:buClr>
                <a:schemeClr val="dk1"/>
              </a:buClr>
              <a:buSzPts val="1600"/>
              <a:buChar char="●"/>
              <a:defRPr>
                <a:solidFill>
                  <a:schemeClr val="dk1"/>
                </a:solidFill>
              </a:defRPr>
            </a:lvl9pPr>
          </a:lstStyle>
          <a:p/>
        </p:txBody>
      </p:sp>
      <p:pic>
        <p:nvPicPr>
          <p:cNvPr id="63" name="Google Shape;63;p9"/>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64" name="Google Shape;64;p9"/>
          <p:cNvSpPr txBox="1"/>
          <p:nvPr>
            <p:ph type="title"/>
          </p:nvPr>
        </p:nvSpPr>
        <p:spPr>
          <a:xfrm>
            <a:off x="431725" y="1000075"/>
            <a:ext cx="2322600" cy="150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 name="Google Shape;65;p9"/>
          <p:cNvSpPr txBox="1"/>
          <p:nvPr>
            <p:ph idx="3" type="subTitle"/>
          </p:nvPr>
        </p:nvSpPr>
        <p:spPr>
          <a:xfrm>
            <a:off x="3534925" y="4870025"/>
            <a:ext cx="4629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_Agenda - dark teal">
  <p:cSld name="TITLE_ONLY_1_1_4_1_2_1">
    <p:bg>
      <p:bgPr>
        <a:solidFill>
          <a:schemeClr val="lt1"/>
        </a:solidFill>
      </p:bgPr>
    </p:bg>
    <p:spTree>
      <p:nvGrpSpPr>
        <p:cNvPr id="66" name="Shape 66"/>
        <p:cNvGrpSpPr/>
        <p:nvPr/>
      </p:nvGrpSpPr>
      <p:grpSpPr>
        <a:xfrm>
          <a:off x="0" y="0"/>
          <a:ext cx="0" cy="0"/>
          <a:chOff x="0" y="0"/>
          <a:chExt cx="0" cy="0"/>
        </a:xfrm>
      </p:grpSpPr>
      <p:sp>
        <p:nvSpPr>
          <p:cNvPr id="67" name="Google Shape;67;p10"/>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0"/>
          <p:cNvSpPr/>
          <p:nvPr/>
        </p:nvSpPr>
        <p:spPr>
          <a:xfrm rot="10800000">
            <a:off x="-4525" y="-25"/>
            <a:ext cx="3071100" cy="5151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69" name="Google Shape;69;p10"/>
          <p:cNvSpPr txBox="1"/>
          <p:nvPr>
            <p:ph idx="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0" name="Google Shape;70;p10"/>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71" name="Google Shape;71;p10"/>
          <p:cNvSpPr txBox="1"/>
          <p:nvPr>
            <p:ph type="title"/>
          </p:nvPr>
        </p:nvSpPr>
        <p:spPr>
          <a:xfrm>
            <a:off x="431725" y="1000075"/>
            <a:ext cx="2322600" cy="150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0"/>
          <p:cNvSpPr txBox="1"/>
          <p:nvPr>
            <p:ph idx="1" type="body"/>
          </p:nvPr>
        </p:nvSpPr>
        <p:spPr>
          <a:xfrm>
            <a:off x="3534925" y="1000075"/>
            <a:ext cx="5105100" cy="2973000"/>
          </a:xfrm>
          <a:prstGeom prst="rect">
            <a:avLst/>
          </a:prstGeom>
        </p:spPr>
        <p:txBody>
          <a:bodyPr anchorCtr="0" anchor="ctr" bIns="0" lIns="0" spcFirstLastPara="1" rIns="0" wrap="square" tIns="0">
            <a:noAutofit/>
          </a:bodyPr>
          <a:lstStyle>
            <a:lvl1pPr indent="-330200" lvl="0" marL="457200" rtl="0">
              <a:lnSpc>
                <a:spcPct val="150000"/>
              </a:lnSpc>
              <a:spcBef>
                <a:spcPts val="0"/>
              </a:spcBef>
              <a:spcAft>
                <a:spcPts val="0"/>
              </a:spcAft>
              <a:buClr>
                <a:schemeClr val="dk1"/>
              </a:buClr>
              <a:buSzPts val="1600"/>
              <a:buChar char="●"/>
              <a:defRPr sz="1600">
                <a:solidFill>
                  <a:schemeClr val="dk1"/>
                </a:solidFill>
              </a:defRPr>
            </a:lvl1pPr>
            <a:lvl2pPr indent="-330200" lvl="1" marL="914400" rtl="0">
              <a:lnSpc>
                <a:spcPct val="150000"/>
              </a:lnSpc>
              <a:spcBef>
                <a:spcPts val="1000"/>
              </a:spcBef>
              <a:spcAft>
                <a:spcPts val="0"/>
              </a:spcAft>
              <a:buClr>
                <a:schemeClr val="dk1"/>
              </a:buClr>
              <a:buSzPts val="1600"/>
              <a:buChar char="●"/>
              <a:defRPr>
                <a:solidFill>
                  <a:schemeClr val="dk1"/>
                </a:solidFill>
              </a:defRPr>
            </a:lvl2pPr>
            <a:lvl3pPr indent="-330200" lvl="2" marL="1371600" rtl="0">
              <a:lnSpc>
                <a:spcPct val="150000"/>
              </a:lnSpc>
              <a:spcBef>
                <a:spcPts val="1000"/>
              </a:spcBef>
              <a:spcAft>
                <a:spcPts val="0"/>
              </a:spcAft>
              <a:buClr>
                <a:schemeClr val="dk1"/>
              </a:buClr>
              <a:buSzPts val="1600"/>
              <a:buChar char="●"/>
              <a:defRPr>
                <a:solidFill>
                  <a:schemeClr val="dk1"/>
                </a:solidFill>
              </a:defRPr>
            </a:lvl3pPr>
            <a:lvl4pPr indent="-330200" lvl="3" marL="1828800" rtl="0">
              <a:lnSpc>
                <a:spcPct val="150000"/>
              </a:lnSpc>
              <a:spcBef>
                <a:spcPts val="1000"/>
              </a:spcBef>
              <a:spcAft>
                <a:spcPts val="0"/>
              </a:spcAft>
              <a:buClr>
                <a:schemeClr val="dk1"/>
              </a:buClr>
              <a:buSzPts val="1600"/>
              <a:buChar char="●"/>
              <a:defRPr>
                <a:solidFill>
                  <a:schemeClr val="dk1"/>
                </a:solidFill>
              </a:defRPr>
            </a:lvl4pPr>
            <a:lvl5pPr indent="-330200" lvl="4" marL="2286000" rtl="0">
              <a:lnSpc>
                <a:spcPct val="150000"/>
              </a:lnSpc>
              <a:spcBef>
                <a:spcPts val="1000"/>
              </a:spcBef>
              <a:spcAft>
                <a:spcPts val="0"/>
              </a:spcAft>
              <a:buClr>
                <a:schemeClr val="dk1"/>
              </a:buClr>
              <a:buSzPts val="1600"/>
              <a:buChar char="●"/>
              <a:defRPr>
                <a:solidFill>
                  <a:schemeClr val="dk1"/>
                </a:solidFill>
              </a:defRPr>
            </a:lvl5pPr>
            <a:lvl6pPr indent="-330200" lvl="5" marL="2743200" rtl="0">
              <a:lnSpc>
                <a:spcPct val="150000"/>
              </a:lnSpc>
              <a:spcBef>
                <a:spcPts val="1000"/>
              </a:spcBef>
              <a:spcAft>
                <a:spcPts val="0"/>
              </a:spcAft>
              <a:buClr>
                <a:schemeClr val="dk1"/>
              </a:buClr>
              <a:buSzPts val="1600"/>
              <a:buChar char="●"/>
              <a:defRPr>
                <a:solidFill>
                  <a:schemeClr val="dk1"/>
                </a:solidFill>
              </a:defRPr>
            </a:lvl6pPr>
            <a:lvl7pPr indent="-330200" lvl="6" marL="3200400" rtl="0">
              <a:lnSpc>
                <a:spcPct val="150000"/>
              </a:lnSpc>
              <a:spcBef>
                <a:spcPts val="1000"/>
              </a:spcBef>
              <a:spcAft>
                <a:spcPts val="0"/>
              </a:spcAft>
              <a:buClr>
                <a:schemeClr val="dk1"/>
              </a:buClr>
              <a:buSzPts val="1600"/>
              <a:buChar char="●"/>
              <a:defRPr>
                <a:solidFill>
                  <a:schemeClr val="dk1"/>
                </a:solidFill>
              </a:defRPr>
            </a:lvl7pPr>
            <a:lvl8pPr indent="-330200" lvl="7" marL="3657600" rtl="0">
              <a:lnSpc>
                <a:spcPct val="150000"/>
              </a:lnSpc>
              <a:spcBef>
                <a:spcPts val="1000"/>
              </a:spcBef>
              <a:spcAft>
                <a:spcPts val="0"/>
              </a:spcAft>
              <a:buClr>
                <a:schemeClr val="dk1"/>
              </a:buClr>
              <a:buSzPts val="1600"/>
              <a:buChar char="●"/>
              <a:defRPr>
                <a:solidFill>
                  <a:schemeClr val="dk1"/>
                </a:solidFill>
              </a:defRPr>
            </a:lvl8pPr>
            <a:lvl9pPr indent="-330200" lvl="8" marL="4114800" rtl="0">
              <a:lnSpc>
                <a:spcPct val="150000"/>
              </a:lnSpc>
              <a:spcBef>
                <a:spcPts val="1000"/>
              </a:spcBef>
              <a:spcAft>
                <a:spcPts val="1000"/>
              </a:spcAft>
              <a:buClr>
                <a:schemeClr val="dk1"/>
              </a:buClr>
              <a:buSzPts val="1600"/>
              <a:buChar char="●"/>
              <a:defRPr>
                <a:solidFill>
                  <a:schemeClr val="dk1"/>
                </a:solidFill>
              </a:defRPr>
            </a:lvl9pPr>
          </a:lstStyle>
          <a:p/>
        </p:txBody>
      </p:sp>
      <p:sp>
        <p:nvSpPr>
          <p:cNvPr id="73" name="Google Shape;73;p10"/>
          <p:cNvSpPr txBox="1"/>
          <p:nvPr>
            <p:ph idx="3" type="subTitle"/>
          </p:nvPr>
        </p:nvSpPr>
        <p:spPr>
          <a:xfrm>
            <a:off x="3534925" y="4870025"/>
            <a:ext cx="4629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_Agenda - green">
  <p:cSld name="TITLE_ONLY_1_1_4_1_2_1_1">
    <p:bg>
      <p:bgPr>
        <a:solidFill>
          <a:schemeClr val="lt1"/>
        </a:solidFill>
      </p:bgPr>
    </p:bg>
    <p:spTree>
      <p:nvGrpSpPr>
        <p:cNvPr id="74" name="Shape 74"/>
        <p:cNvGrpSpPr/>
        <p:nvPr/>
      </p:nvGrpSpPr>
      <p:grpSpPr>
        <a:xfrm>
          <a:off x="0" y="0"/>
          <a:ext cx="0" cy="0"/>
          <a:chOff x="0" y="0"/>
          <a:chExt cx="0" cy="0"/>
        </a:xfrm>
      </p:grpSpPr>
      <p:sp>
        <p:nvSpPr>
          <p:cNvPr id="75" name="Google Shape;75;p11"/>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11"/>
          <p:cNvSpPr/>
          <p:nvPr/>
        </p:nvSpPr>
        <p:spPr>
          <a:xfrm rot="10800000">
            <a:off x="-4525" y="-25"/>
            <a:ext cx="3071100" cy="51519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77" name="Google Shape;77;p11"/>
          <p:cNvSpPr txBox="1"/>
          <p:nvPr>
            <p:ph idx="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8" name="Google Shape;78;p11"/>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79" name="Google Shape;79;p11"/>
          <p:cNvSpPr txBox="1"/>
          <p:nvPr>
            <p:ph type="title"/>
          </p:nvPr>
        </p:nvSpPr>
        <p:spPr>
          <a:xfrm>
            <a:off x="431725" y="1000075"/>
            <a:ext cx="2322600" cy="150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11"/>
          <p:cNvSpPr txBox="1"/>
          <p:nvPr>
            <p:ph idx="1" type="body"/>
          </p:nvPr>
        </p:nvSpPr>
        <p:spPr>
          <a:xfrm>
            <a:off x="3534925" y="1000075"/>
            <a:ext cx="5105100" cy="2973000"/>
          </a:xfrm>
          <a:prstGeom prst="rect">
            <a:avLst/>
          </a:prstGeom>
        </p:spPr>
        <p:txBody>
          <a:bodyPr anchorCtr="0" anchor="ctr" bIns="0" lIns="0" spcFirstLastPara="1" rIns="0" wrap="square" tIns="0">
            <a:noAutofit/>
          </a:bodyPr>
          <a:lstStyle>
            <a:lvl1pPr indent="-330200" lvl="0" marL="457200" rtl="0">
              <a:lnSpc>
                <a:spcPct val="150000"/>
              </a:lnSpc>
              <a:spcBef>
                <a:spcPts val="0"/>
              </a:spcBef>
              <a:spcAft>
                <a:spcPts val="0"/>
              </a:spcAft>
              <a:buClr>
                <a:schemeClr val="dk1"/>
              </a:buClr>
              <a:buSzPts val="1600"/>
              <a:buChar char="●"/>
              <a:defRPr sz="1600">
                <a:solidFill>
                  <a:schemeClr val="dk1"/>
                </a:solidFill>
              </a:defRPr>
            </a:lvl1pPr>
            <a:lvl2pPr indent="-330200" lvl="1" marL="914400" rtl="0">
              <a:lnSpc>
                <a:spcPct val="150000"/>
              </a:lnSpc>
              <a:spcBef>
                <a:spcPts val="1000"/>
              </a:spcBef>
              <a:spcAft>
                <a:spcPts val="0"/>
              </a:spcAft>
              <a:buClr>
                <a:schemeClr val="dk1"/>
              </a:buClr>
              <a:buSzPts val="1600"/>
              <a:buChar char="●"/>
              <a:defRPr>
                <a:solidFill>
                  <a:schemeClr val="dk1"/>
                </a:solidFill>
              </a:defRPr>
            </a:lvl2pPr>
            <a:lvl3pPr indent="-330200" lvl="2" marL="1371600" rtl="0">
              <a:lnSpc>
                <a:spcPct val="150000"/>
              </a:lnSpc>
              <a:spcBef>
                <a:spcPts val="1000"/>
              </a:spcBef>
              <a:spcAft>
                <a:spcPts val="0"/>
              </a:spcAft>
              <a:buClr>
                <a:schemeClr val="dk1"/>
              </a:buClr>
              <a:buSzPts val="1600"/>
              <a:buChar char="●"/>
              <a:defRPr>
                <a:solidFill>
                  <a:schemeClr val="dk1"/>
                </a:solidFill>
              </a:defRPr>
            </a:lvl3pPr>
            <a:lvl4pPr indent="-330200" lvl="3" marL="1828800" rtl="0">
              <a:lnSpc>
                <a:spcPct val="150000"/>
              </a:lnSpc>
              <a:spcBef>
                <a:spcPts val="1000"/>
              </a:spcBef>
              <a:spcAft>
                <a:spcPts val="0"/>
              </a:spcAft>
              <a:buClr>
                <a:schemeClr val="dk1"/>
              </a:buClr>
              <a:buSzPts val="1600"/>
              <a:buChar char="●"/>
              <a:defRPr>
                <a:solidFill>
                  <a:schemeClr val="dk1"/>
                </a:solidFill>
              </a:defRPr>
            </a:lvl4pPr>
            <a:lvl5pPr indent="-330200" lvl="4" marL="2286000" rtl="0">
              <a:lnSpc>
                <a:spcPct val="150000"/>
              </a:lnSpc>
              <a:spcBef>
                <a:spcPts val="1000"/>
              </a:spcBef>
              <a:spcAft>
                <a:spcPts val="0"/>
              </a:spcAft>
              <a:buClr>
                <a:schemeClr val="dk1"/>
              </a:buClr>
              <a:buSzPts val="1600"/>
              <a:buChar char="●"/>
              <a:defRPr>
                <a:solidFill>
                  <a:schemeClr val="dk1"/>
                </a:solidFill>
              </a:defRPr>
            </a:lvl5pPr>
            <a:lvl6pPr indent="-330200" lvl="5" marL="2743200" rtl="0">
              <a:lnSpc>
                <a:spcPct val="150000"/>
              </a:lnSpc>
              <a:spcBef>
                <a:spcPts val="1000"/>
              </a:spcBef>
              <a:spcAft>
                <a:spcPts val="0"/>
              </a:spcAft>
              <a:buClr>
                <a:schemeClr val="dk1"/>
              </a:buClr>
              <a:buSzPts val="1600"/>
              <a:buChar char="●"/>
              <a:defRPr>
                <a:solidFill>
                  <a:schemeClr val="dk1"/>
                </a:solidFill>
              </a:defRPr>
            </a:lvl6pPr>
            <a:lvl7pPr indent="-330200" lvl="6" marL="3200400" rtl="0">
              <a:lnSpc>
                <a:spcPct val="150000"/>
              </a:lnSpc>
              <a:spcBef>
                <a:spcPts val="1000"/>
              </a:spcBef>
              <a:spcAft>
                <a:spcPts val="0"/>
              </a:spcAft>
              <a:buClr>
                <a:schemeClr val="dk1"/>
              </a:buClr>
              <a:buSzPts val="1600"/>
              <a:buChar char="●"/>
              <a:defRPr>
                <a:solidFill>
                  <a:schemeClr val="dk1"/>
                </a:solidFill>
              </a:defRPr>
            </a:lvl7pPr>
            <a:lvl8pPr indent="-330200" lvl="7" marL="3657600" rtl="0">
              <a:lnSpc>
                <a:spcPct val="150000"/>
              </a:lnSpc>
              <a:spcBef>
                <a:spcPts val="1000"/>
              </a:spcBef>
              <a:spcAft>
                <a:spcPts val="0"/>
              </a:spcAft>
              <a:buClr>
                <a:schemeClr val="dk1"/>
              </a:buClr>
              <a:buSzPts val="1600"/>
              <a:buChar char="●"/>
              <a:defRPr>
                <a:solidFill>
                  <a:schemeClr val="dk1"/>
                </a:solidFill>
              </a:defRPr>
            </a:lvl8pPr>
            <a:lvl9pPr indent="-330200" lvl="8" marL="4114800" rtl="0">
              <a:lnSpc>
                <a:spcPct val="150000"/>
              </a:lnSpc>
              <a:spcBef>
                <a:spcPts val="1000"/>
              </a:spcBef>
              <a:spcAft>
                <a:spcPts val="1000"/>
              </a:spcAft>
              <a:buClr>
                <a:schemeClr val="dk1"/>
              </a:buClr>
              <a:buSzPts val="1600"/>
              <a:buChar char="●"/>
              <a:defRPr>
                <a:solidFill>
                  <a:schemeClr val="dk1"/>
                </a:solidFill>
              </a:defRPr>
            </a:lvl9pPr>
          </a:lstStyle>
          <a:p/>
        </p:txBody>
      </p:sp>
      <p:sp>
        <p:nvSpPr>
          <p:cNvPr id="81" name="Google Shape;81;p11"/>
          <p:cNvSpPr txBox="1"/>
          <p:nvPr>
            <p:ph idx="3" type="subTitle"/>
          </p:nvPr>
        </p:nvSpPr>
        <p:spPr>
          <a:xfrm>
            <a:off x="3534925" y="4870025"/>
            <a:ext cx="4629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_Agenda - yellow green">
  <p:cSld name="TITLE_ONLY_1_1_4_1_2_1_1_1">
    <p:bg>
      <p:bgPr>
        <a:solidFill>
          <a:schemeClr val="lt1"/>
        </a:solidFill>
      </p:bgPr>
    </p:bg>
    <p:spTree>
      <p:nvGrpSpPr>
        <p:cNvPr id="82" name="Shape 82"/>
        <p:cNvGrpSpPr/>
        <p:nvPr/>
      </p:nvGrpSpPr>
      <p:grpSpPr>
        <a:xfrm>
          <a:off x="0" y="0"/>
          <a:ext cx="0" cy="0"/>
          <a:chOff x="0" y="0"/>
          <a:chExt cx="0" cy="0"/>
        </a:xfrm>
      </p:grpSpPr>
      <p:sp>
        <p:nvSpPr>
          <p:cNvPr id="83" name="Google Shape;83;p12"/>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2"/>
          <p:cNvSpPr/>
          <p:nvPr/>
        </p:nvSpPr>
        <p:spPr>
          <a:xfrm rot="10800000">
            <a:off x="-4525" y="-25"/>
            <a:ext cx="3071100" cy="5151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85" name="Google Shape;85;p12"/>
          <p:cNvSpPr txBox="1"/>
          <p:nvPr>
            <p:ph idx="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12"/>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87" name="Google Shape;87;p12"/>
          <p:cNvSpPr txBox="1"/>
          <p:nvPr>
            <p:ph type="title"/>
          </p:nvPr>
        </p:nvSpPr>
        <p:spPr>
          <a:xfrm>
            <a:off x="431725" y="1000075"/>
            <a:ext cx="2322600" cy="150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 name="Google Shape;88;p12"/>
          <p:cNvSpPr txBox="1"/>
          <p:nvPr>
            <p:ph idx="1" type="body"/>
          </p:nvPr>
        </p:nvSpPr>
        <p:spPr>
          <a:xfrm>
            <a:off x="3534925" y="1000075"/>
            <a:ext cx="5105100" cy="2973000"/>
          </a:xfrm>
          <a:prstGeom prst="rect">
            <a:avLst/>
          </a:prstGeom>
        </p:spPr>
        <p:txBody>
          <a:bodyPr anchorCtr="0" anchor="ctr" bIns="0" lIns="0" spcFirstLastPara="1" rIns="0" wrap="square" tIns="0">
            <a:noAutofit/>
          </a:bodyPr>
          <a:lstStyle>
            <a:lvl1pPr indent="-330200" lvl="0" marL="457200" rtl="0">
              <a:lnSpc>
                <a:spcPct val="150000"/>
              </a:lnSpc>
              <a:spcBef>
                <a:spcPts val="0"/>
              </a:spcBef>
              <a:spcAft>
                <a:spcPts val="0"/>
              </a:spcAft>
              <a:buClr>
                <a:schemeClr val="dk1"/>
              </a:buClr>
              <a:buSzPts val="1600"/>
              <a:buChar char="●"/>
              <a:defRPr sz="1600">
                <a:solidFill>
                  <a:schemeClr val="dk1"/>
                </a:solidFill>
              </a:defRPr>
            </a:lvl1pPr>
            <a:lvl2pPr indent="-330200" lvl="1" marL="914400" rtl="0">
              <a:lnSpc>
                <a:spcPct val="150000"/>
              </a:lnSpc>
              <a:spcBef>
                <a:spcPts val="1000"/>
              </a:spcBef>
              <a:spcAft>
                <a:spcPts val="0"/>
              </a:spcAft>
              <a:buClr>
                <a:schemeClr val="dk1"/>
              </a:buClr>
              <a:buSzPts val="1600"/>
              <a:buChar char="●"/>
              <a:defRPr>
                <a:solidFill>
                  <a:schemeClr val="dk1"/>
                </a:solidFill>
              </a:defRPr>
            </a:lvl2pPr>
            <a:lvl3pPr indent="-330200" lvl="2" marL="1371600" rtl="0">
              <a:lnSpc>
                <a:spcPct val="150000"/>
              </a:lnSpc>
              <a:spcBef>
                <a:spcPts val="1000"/>
              </a:spcBef>
              <a:spcAft>
                <a:spcPts val="0"/>
              </a:spcAft>
              <a:buClr>
                <a:schemeClr val="dk1"/>
              </a:buClr>
              <a:buSzPts val="1600"/>
              <a:buChar char="●"/>
              <a:defRPr>
                <a:solidFill>
                  <a:schemeClr val="dk1"/>
                </a:solidFill>
              </a:defRPr>
            </a:lvl3pPr>
            <a:lvl4pPr indent="-330200" lvl="3" marL="1828800" rtl="0">
              <a:lnSpc>
                <a:spcPct val="150000"/>
              </a:lnSpc>
              <a:spcBef>
                <a:spcPts val="1000"/>
              </a:spcBef>
              <a:spcAft>
                <a:spcPts val="0"/>
              </a:spcAft>
              <a:buClr>
                <a:schemeClr val="dk1"/>
              </a:buClr>
              <a:buSzPts val="1600"/>
              <a:buChar char="●"/>
              <a:defRPr>
                <a:solidFill>
                  <a:schemeClr val="dk1"/>
                </a:solidFill>
              </a:defRPr>
            </a:lvl4pPr>
            <a:lvl5pPr indent="-330200" lvl="4" marL="2286000" rtl="0">
              <a:lnSpc>
                <a:spcPct val="150000"/>
              </a:lnSpc>
              <a:spcBef>
                <a:spcPts val="1000"/>
              </a:spcBef>
              <a:spcAft>
                <a:spcPts val="0"/>
              </a:spcAft>
              <a:buClr>
                <a:schemeClr val="dk1"/>
              </a:buClr>
              <a:buSzPts val="1600"/>
              <a:buChar char="●"/>
              <a:defRPr>
                <a:solidFill>
                  <a:schemeClr val="dk1"/>
                </a:solidFill>
              </a:defRPr>
            </a:lvl5pPr>
            <a:lvl6pPr indent="-330200" lvl="5" marL="2743200" rtl="0">
              <a:lnSpc>
                <a:spcPct val="150000"/>
              </a:lnSpc>
              <a:spcBef>
                <a:spcPts val="1000"/>
              </a:spcBef>
              <a:spcAft>
                <a:spcPts val="0"/>
              </a:spcAft>
              <a:buClr>
                <a:schemeClr val="dk1"/>
              </a:buClr>
              <a:buSzPts val="1600"/>
              <a:buChar char="●"/>
              <a:defRPr>
                <a:solidFill>
                  <a:schemeClr val="dk1"/>
                </a:solidFill>
              </a:defRPr>
            </a:lvl6pPr>
            <a:lvl7pPr indent="-330200" lvl="6" marL="3200400" rtl="0">
              <a:lnSpc>
                <a:spcPct val="150000"/>
              </a:lnSpc>
              <a:spcBef>
                <a:spcPts val="1000"/>
              </a:spcBef>
              <a:spcAft>
                <a:spcPts val="0"/>
              </a:spcAft>
              <a:buClr>
                <a:schemeClr val="dk1"/>
              </a:buClr>
              <a:buSzPts val="1600"/>
              <a:buChar char="●"/>
              <a:defRPr>
                <a:solidFill>
                  <a:schemeClr val="dk1"/>
                </a:solidFill>
              </a:defRPr>
            </a:lvl7pPr>
            <a:lvl8pPr indent="-330200" lvl="7" marL="3657600" rtl="0">
              <a:lnSpc>
                <a:spcPct val="150000"/>
              </a:lnSpc>
              <a:spcBef>
                <a:spcPts val="1000"/>
              </a:spcBef>
              <a:spcAft>
                <a:spcPts val="0"/>
              </a:spcAft>
              <a:buClr>
                <a:schemeClr val="dk1"/>
              </a:buClr>
              <a:buSzPts val="1600"/>
              <a:buChar char="●"/>
              <a:defRPr>
                <a:solidFill>
                  <a:schemeClr val="dk1"/>
                </a:solidFill>
              </a:defRPr>
            </a:lvl8pPr>
            <a:lvl9pPr indent="-330200" lvl="8" marL="4114800" rtl="0">
              <a:lnSpc>
                <a:spcPct val="150000"/>
              </a:lnSpc>
              <a:spcBef>
                <a:spcPts val="1000"/>
              </a:spcBef>
              <a:spcAft>
                <a:spcPts val="1000"/>
              </a:spcAft>
              <a:buClr>
                <a:schemeClr val="dk1"/>
              </a:buClr>
              <a:buSzPts val="1600"/>
              <a:buChar char="●"/>
              <a:defRPr>
                <a:solidFill>
                  <a:schemeClr val="dk1"/>
                </a:solidFill>
              </a:defRPr>
            </a:lvl9pPr>
          </a:lstStyle>
          <a:p/>
        </p:txBody>
      </p:sp>
      <p:sp>
        <p:nvSpPr>
          <p:cNvPr id="89" name="Google Shape;89;p12"/>
          <p:cNvSpPr txBox="1"/>
          <p:nvPr>
            <p:ph idx="3" type="subTitle"/>
          </p:nvPr>
        </p:nvSpPr>
        <p:spPr>
          <a:xfrm>
            <a:off x="3534925" y="4870025"/>
            <a:ext cx="4629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_Agenda - yellow">
  <p:cSld name="TITLE_ONLY_1_1_4_1_2_1_1_1_1">
    <p:bg>
      <p:bgPr>
        <a:solidFill>
          <a:schemeClr val="lt1"/>
        </a:solidFill>
      </p:bgPr>
    </p:bg>
    <p:spTree>
      <p:nvGrpSpPr>
        <p:cNvPr id="90" name="Shape 90"/>
        <p:cNvGrpSpPr/>
        <p:nvPr/>
      </p:nvGrpSpPr>
      <p:grpSpPr>
        <a:xfrm>
          <a:off x="0" y="0"/>
          <a:ext cx="0" cy="0"/>
          <a:chOff x="0" y="0"/>
          <a:chExt cx="0" cy="0"/>
        </a:xfrm>
      </p:grpSpPr>
      <p:sp>
        <p:nvSpPr>
          <p:cNvPr id="91" name="Google Shape;91;p13"/>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2" name="Google Shape;92;p13"/>
          <p:cNvSpPr/>
          <p:nvPr/>
        </p:nvSpPr>
        <p:spPr>
          <a:xfrm rot="10800000">
            <a:off x="-4525" y="-25"/>
            <a:ext cx="3071100" cy="5151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93" name="Google Shape;93;p13"/>
          <p:cNvSpPr txBox="1"/>
          <p:nvPr>
            <p:ph idx="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4" name="Google Shape;94;p13"/>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95" name="Google Shape;95;p13"/>
          <p:cNvSpPr txBox="1"/>
          <p:nvPr>
            <p:ph type="title"/>
          </p:nvPr>
        </p:nvSpPr>
        <p:spPr>
          <a:xfrm>
            <a:off x="431725" y="1000075"/>
            <a:ext cx="2322600" cy="150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6" name="Google Shape;96;p13"/>
          <p:cNvSpPr txBox="1"/>
          <p:nvPr>
            <p:ph idx="1" type="body"/>
          </p:nvPr>
        </p:nvSpPr>
        <p:spPr>
          <a:xfrm>
            <a:off x="3534925" y="1000075"/>
            <a:ext cx="5105100" cy="2973000"/>
          </a:xfrm>
          <a:prstGeom prst="rect">
            <a:avLst/>
          </a:prstGeom>
        </p:spPr>
        <p:txBody>
          <a:bodyPr anchorCtr="0" anchor="ctr" bIns="0" lIns="0" spcFirstLastPara="1" rIns="0" wrap="square" tIns="0">
            <a:noAutofit/>
          </a:bodyPr>
          <a:lstStyle>
            <a:lvl1pPr indent="-330200" lvl="0" marL="457200" rtl="0">
              <a:lnSpc>
                <a:spcPct val="150000"/>
              </a:lnSpc>
              <a:spcBef>
                <a:spcPts val="0"/>
              </a:spcBef>
              <a:spcAft>
                <a:spcPts val="0"/>
              </a:spcAft>
              <a:buClr>
                <a:schemeClr val="dk1"/>
              </a:buClr>
              <a:buSzPts val="1600"/>
              <a:buChar char="●"/>
              <a:defRPr sz="1600">
                <a:solidFill>
                  <a:schemeClr val="dk1"/>
                </a:solidFill>
              </a:defRPr>
            </a:lvl1pPr>
            <a:lvl2pPr indent="-330200" lvl="1" marL="914400" rtl="0">
              <a:lnSpc>
                <a:spcPct val="150000"/>
              </a:lnSpc>
              <a:spcBef>
                <a:spcPts val="1000"/>
              </a:spcBef>
              <a:spcAft>
                <a:spcPts val="0"/>
              </a:spcAft>
              <a:buClr>
                <a:schemeClr val="dk1"/>
              </a:buClr>
              <a:buSzPts val="1600"/>
              <a:buChar char="●"/>
              <a:defRPr>
                <a:solidFill>
                  <a:schemeClr val="dk1"/>
                </a:solidFill>
              </a:defRPr>
            </a:lvl2pPr>
            <a:lvl3pPr indent="-330200" lvl="2" marL="1371600" rtl="0">
              <a:lnSpc>
                <a:spcPct val="150000"/>
              </a:lnSpc>
              <a:spcBef>
                <a:spcPts val="1000"/>
              </a:spcBef>
              <a:spcAft>
                <a:spcPts val="0"/>
              </a:spcAft>
              <a:buClr>
                <a:schemeClr val="dk1"/>
              </a:buClr>
              <a:buSzPts val="1600"/>
              <a:buChar char="●"/>
              <a:defRPr>
                <a:solidFill>
                  <a:schemeClr val="dk1"/>
                </a:solidFill>
              </a:defRPr>
            </a:lvl3pPr>
            <a:lvl4pPr indent="-330200" lvl="3" marL="1828800" rtl="0">
              <a:lnSpc>
                <a:spcPct val="150000"/>
              </a:lnSpc>
              <a:spcBef>
                <a:spcPts val="1000"/>
              </a:spcBef>
              <a:spcAft>
                <a:spcPts val="0"/>
              </a:spcAft>
              <a:buClr>
                <a:schemeClr val="dk1"/>
              </a:buClr>
              <a:buSzPts val="1600"/>
              <a:buChar char="●"/>
              <a:defRPr>
                <a:solidFill>
                  <a:schemeClr val="dk1"/>
                </a:solidFill>
              </a:defRPr>
            </a:lvl4pPr>
            <a:lvl5pPr indent="-330200" lvl="4" marL="2286000" rtl="0">
              <a:lnSpc>
                <a:spcPct val="150000"/>
              </a:lnSpc>
              <a:spcBef>
                <a:spcPts val="1000"/>
              </a:spcBef>
              <a:spcAft>
                <a:spcPts val="0"/>
              </a:spcAft>
              <a:buClr>
                <a:schemeClr val="dk1"/>
              </a:buClr>
              <a:buSzPts val="1600"/>
              <a:buChar char="●"/>
              <a:defRPr>
                <a:solidFill>
                  <a:schemeClr val="dk1"/>
                </a:solidFill>
              </a:defRPr>
            </a:lvl5pPr>
            <a:lvl6pPr indent="-330200" lvl="5" marL="2743200" rtl="0">
              <a:lnSpc>
                <a:spcPct val="150000"/>
              </a:lnSpc>
              <a:spcBef>
                <a:spcPts val="1000"/>
              </a:spcBef>
              <a:spcAft>
                <a:spcPts val="0"/>
              </a:spcAft>
              <a:buClr>
                <a:schemeClr val="dk1"/>
              </a:buClr>
              <a:buSzPts val="1600"/>
              <a:buChar char="●"/>
              <a:defRPr>
                <a:solidFill>
                  <a:schemeClr val="dk1"/>
                </a:solidFill>
              </a:defRPr>
            </a:lvl6pPr>
            <a:lvl7pPr indent="-330200" lvl="6" marL="3200400" rtl="0">
              <a:lnSpc>
                <a:spcPct val="150000"/>
              </a:lnSpc>
              <a:spcBef>
                <a:spcPts val="1000"/>
              </a:spcBef>
              <a:spcAft>
                <a:spcPts val="0"/>
              </a:spcAft>
              <a:buClr>
                <a:schemeClr val="dk1"/>
              </a:buClr>
              <a:buSzPts val="1600"/>
              <a:buChar char="●"/>
              <a:defRPr>
                <a:solidFill>
                  <a:schemeClr val="dk1"/>
                </a:solidFill>
              </a:defRPr>
            </a:lvl7pPr>
            <a:lvl8pPr indent="-330200" lvl="7" marL="3657600" rtl="0">
              <a:lnSpc>
                <a:spcPct val="150000"/>
              </a:lnSpc>
              <a:spcBef>
                <a:spcPts val="1000"/>
              </a:spcBef>
              <a:spcAft>
                <a:spcPts val="0"/>
              </a:spcAft>
              <a:buClr>
                <a:schemeClr val="dk1"/>
              </a:buClr>
              <a:buSzPts val="1600"/>
              <a:buChar char="●"/>
              <a:defRPr>
                <a:solidFill>
                  <a:schemeClr val="dk1"/>
                </a:solidFill>
              </a:defRPr>
            </a:lvl8pPr>
            <a:lvl9pPr indent="-330200" lvl="8" marL="4114800" rtl="0">
              <a:lnSpc>
                <a:spcPct val="150000"/>
              </a:lnSpc>
              <a:spcBef>
                <a:spcPts val="1000"/>
              </a:spcBef>
              <a:spcAft>
                <a:spcPts val="1000"/>
              </a:spcAft>
              <a:buClr>
                <a:schemeClr val="dk1"/>
              </a:buClr>
              <a:buSzPts val="1600"/>
              <a:buChar char="●"/>
              <a:defRPr>
                <a:solidFill>
                  <a:schemeClr val="dk1"/>
                </a:solidFill>
              </a:defRPr>
            </a:lvl9pPr>
          </a:lstStyle>
          <a:p/>
        </p:txBody>
      </p:sp>
      <p:sp>
        <p:nvSpPr>
          <p:cNvPr id="97" name="Google Shape;97;p13"/>
          <p:cNvSpPr txBox="1"/>
          <p:nvPr>
            <p:ph idx="3" type="subTitle"/>
          </p:nvPr>
        </p:nvSpPr>
        <p:spPr>
          <a:xfrm>
            <a:off x="3534925" y="4870025"/>
            <a:ext cx="4629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_Blank">
  <p:cSld name="TITLE_ONLY_2_1_1">
    <p:spTree>
      <p:nvGrpSpPr>
        <p:cNvPr id="98" name="Shape 98"/>
        <p:cNvGrpSpPr/>
        <p:nvPr/>
      </p:nvGrpSpPr>
      <p:grpSpPr>
        <a:xfrm>
          <a:off x="0" y="0"/>
          <a:ext cx="0" cy="0"/>
          <a:chOff x="0" y="0"/>
          <a:chExt cx="0" cy="0"/>
        </a:xfrm>
      </p:grpSpPr>
      <p:sp>
        <p:nvSpPr>
          <p:cNvPr id="99" name="Google Shape;99;p14"/>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14"/>
          <p:cNvSpPr txBox="1"/>
          <p:nvPr>
            <p:ph idx="1"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_Title only">
  <p:cSld name="TITLE_ONLY_2_1">
    <p:spTree>
      <p:nvGrpSpPr>
        <p:cNvPr id="101" name="Shape 101"/>
        <p:cNvGrpSpPr/>
        <p:nvPr/>
      </p:nvGrpSpPr>
      <p:grpSpPr>
        <a:xfrm>
          <a:off x="0" y="0"/>
          <a:ext cx="0" cy="0"/>
          <a:chOff x="0" y="0"/>
          <a:chExt cx="0" cy="0"/>
        </a:xfrm>
      </p:grpSpPr>
      <p:sp>
        <p:nvSpPr>
          <p:cNvPr id="102" name="Google Shape;102;p15"/>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5"/>
          <p:cNvSpPr txBox="1"/>
          <p:nvPr>
            <p:ph idx="1"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104" name="Google Shape;104;p15"/>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_Title, body">
  <p:cSld name="TITLE_AND_BODY_2_1_1">
    <p:spTree>
      <p:nvGrpSpPr>
        <p:cNvPr id="105" name="Shape 105"/>
        <p:cNvGrpSpPr/>
        <p:nvPr/>
      </p:nvGrpSpPr>
      <p:grpSpPr>
        <a:xfrm>
          <a:off x="0" y="0"/>
          <a:ext cx="0" cy="0"/>
          <a:chOff x="0" y="0"/>
          <a:chExt cx="0" cy="0"/>
        </a:xfrm>
      </p:grpSpPr>
      <p:sp>
        <p:nvSpPr>
          <p:cNvPr id="106" name="Google Shape;106;p16"/>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6"/>
          <p:cNvSpPr txBox="1"/>
          <p:nvPr>
            <p:ph idx="1" type="body"/>
          </p:nvPr>
        </p:nvSpPr>
        <p:spPr>
          <a:xfrm>
            <a:off x="431700" y="1152475"/>
            <a:ext cx="8280600" cy="34164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08" name="Google Shape;108;p16"/>
          <p:cNvSpPr txBox="1"/>
          <p:nvPr>
            <p:ph idx="2"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109" name="Google Shape;109;p16"/>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_Title, subtitle, body">
  <p:cSld name="TITLE_AND_BODY_1_1">
    <p:spTree>
      <p:nvGrpSpPr>
        <p:cNvPr id="110" name="Shape 110"/>
        <p:cNvGrpSpPr/>
        <p:nvPr/>
      </p:nvGrpSpPr>
      <p:grpSpPr>
        <a:xfrm>
          <a:off x="0" y="0"/>
          <a:ext cx="0" cy="0"/>
          <a:chOff x="0" y="0"/>
          <a:chExt cx="0" cy="0"/>
        </a:xfrm>
      </p:grpSpPr>
      <p:sp>
        <p:nvSpPr>
          <p:cNvPr id="111" name="Google Shape;111;p17"/>
          <p:cNvSpPr txBox="1"/>
          <p:nvPr>
            <p:ph idx="1" type="subTitle"/>
          </p:nvPr>
        </p:nvSpPr>
        <p:spPr>
          <a:xfrm>
            <a:off x="431700" y="1146450"/>
            <a:ext cx="82806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b="1">
                <a:solidFill>
                  <a:schemeClr val="accent1"/>
                </a:solidFill>
              </a:defRPr>
            </a:lvl1pPr>
            <a:lvl2pPr lvl="1" rtl="0">
              <a:lnSpc>
                <a:spcPct val="100000"/>
              </a:lnSpc>
              <a:spcBef>
                <a:spcPts val="0"/>
              </a:spcBef>
              <a:spcAft>
                <a:spcPts val="0"/>
              </a:spcAft>
              <a:buSzPts val="1800"/>
              <a:buNone/>
              <a:defRPr b="1" sz="1800">
                <a:solidFill>
                  <a:schemeClr val="accent1"/>
                </a:solidFill>
              </a:defRPr>
            </a:lvl2pPr>
            <a:lvl3pPr lvl="2" rtl="0">
              <a:lnSpc>
                <a:spcPct val="100000"/>
              </a:lnSpc>
              <a:spcBef>
                <a:spcPts val="0"/>
              </a:spcBef>
              <a:spcAft>
                <a:spcPts val="0"/>
              </a:spcAft>
              <a:buSzPts val="1800"/>
              <a:buNone/>
              <a:defRPr b="1" sz="1800">
                <a:solidFill>
                  <a:schemeClr val="accent1"/>
                </a:solidFill>
              </a:defRPr>
            </a:lvl3pPr>
            <a:lvl4pPr lvl="3" rtl="0">
              <a:lnSpc>
                <a:spcPct val="100000"/>
              </a:lnSpc>
              <a:spcBef>
                <a:spcPts val="0"/>
              </a:spcBef>
              <a:spcAft>
                <a:spcPts val="0"/>
              </a:spcAft>
              <a:buSzPts val="1800"/>
              <a:buNone/>
              <a:defRPr b="1" sz="1800">
                <a:solidFill>
                  <a:schemeClr val="accent1"/>
                </a:solidFill>
              </a:defRPr>
            </a:lvl4pPr>
            <a:lvl5pPr lvl="4" rtl="0">
              <a:lnSpc>
                <a:spcPct val="100000"/>
              </a:lnSpc>
              <a:spcBef>
                <a:spcPts val="0"/>
              </a:spcBef>
              <a:spcAft>
                <a:spcPts val="0"/>
              </a:spcAft>
              <a:buSzPts val="1800"/>
              <a:buNone/>
              <a:defRPr b="1" sz="1800">
                <a:solidFill>
                  <a:schemeClr val="accent1"/>
                </a:solidFill>
              </a:defRPr>
            </a:lvl5pPr>
            <a:lvl6pPr lvl="5" rtl="0">
              <a:lnSpc>
                <a:spcPct val="100000"/>
              </a:lnSpc>
              <a:spcBef>
                <a:spcPts val="0"/>
              </a:spcBef>
              <a:spcAft>
                <a:spcPts val="0"/>
              </a:spcAft>
              <a:buSzPts val="1800"/>
              <a:buNone/>
              <a:defRPr b="1" sz="1800">
                <a:solidFill>
                  <a:schemeClr val="accent1"/>
                </a:solidFill>
              </a:defRPr>
            </a:lvl6pPr>
            <a:lvl7pPr lvl="6" rtl="0">
              <a:lnSpc>
                <a:spcPct val="100000"/>
              </a:lnSpc>
              <a:spcBef>
                <a:spcPts val="0"/>
              </a:spcBef>
              <a:spcAft>
                <a:spcPts val="0"/>
              </a:spcAft>
              <a:buSzPts val="1800"/>
              <a:buNone/>
              <a:defRPr b="1" sz="1800">
                <a:solidFill>
                  <a:schemeClr val="accent1"/>
                </a:solidFill>
              </a:defRPr>
            </a:lvl7pPr>
            <a:lvl8pPr lvl="7" rtl="0">
              <a:lnSpc>
                <a:spcPct val="100000"/>
              </a:lnSpc>
              <a:spcBef>
                <a:spcPts val="0"/>
              </a:spcBef>
              <a:spcAft>
                <a:spcPts val="0"/>
              </a:spcAft>
              <a:buSzPts val="1800"/>
              <a:buNone/>
              <a:defRPr b="1" sz="1800">
                <a:solidFill>
                  <a:schemeClr val="accent1"/>
                </a:solidFill>
              </a:defRPr>
            </a:lvl8pPr>
            <a:lvl9pPr lvl="8" rtl="0">
              <a:lnSpc>
                <a:spcPct val="100000"/>
              </a:lnSpc>
              <a:spcBef>
                <a:spcPts val="0"/>
              </a:spcBef>
              <a:spcAft>
                <a:spcPts val="0"/>
              </a:spcAft>
              <a:buSzPts val="1800"/>
              <a:buNone/>
              <a:defRPr b="1" sz="1800">
                <a:solidFill>
                  <a:schemeClr val="accent1"/>
                </a:solidFill>
              </a:defRPr>
            </a:lvl9pPr>
          </a:lstStyle>
          <a:p/>
        </p:txBody>
      </p:sp>
      <p:sp>
        <p:nvSpPr>
          <p:cNvPr id="112" name="Google Shape;112;p17"/>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3" name="Google Shape;113;p17"/>
          <p:cNvSpPr txBox="1"/>
          <p:nvPr>
            <p:ph idx="2" type="body"/>
          </p:nvPr>
        </p:nvSpPr>
        <p:spPr>
          <a:xfrm>
            <a:off x="431700" y="1670550"/>
            <a:ext cx="8280600" cy="28983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14" name="Google Shape;114;p17"/>
          <p:cNvSpPr txBox="1"/>
          <p:nvPr>
            <p:ph idx="3"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115" name="Google Shape;115;p17"/>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_Title, 2 column body">
  <p:cSld name="TITLE_AND_TWO_COLUMNS_3">
    <p:spTree>
      <p:nvGrpSpPr>
        <p:cNvPr id="116" name="Shape 116"/>
        <p:cNvGrpSpPr/>
        <p:nvPr/>
      </p:nvGrpSpPr>
      <p:grpSpPr>
        <a:xfrm>
          <a:off x="0" y="0"/>
          <a:ext cx="0" cy="0"/>
          <a:chOff x="0" y="0"/>
          <a:chExt cx="0" cy="0"/>
        </a:xfrm>
      </p:grpSpPr>
      <p:sp>
        <p:nvSpPr>
          <p:cNvPr id="117" name="Google Shape;117;p18"/>
          <p:cNvSpPr txBox="1"/>
          <p:nvPr>
            <p:ph idx="1" type="body"/>
          </p:nvPr>
        </p:nvSpPr>
        <p:spPr>
          <a:xfrm>
            <a:off x="431700" y="1152475"/>
            <a:ext cx="3887100" cy="34164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18" name="Google Shape;118;p18"/>
          <p:cNvSpPr txBox="1"/>
          <p:nvPr>
            <p:ph idx="2" type="body"/>
          </p:nvPr>
        </p:nvSpPr>
        <p:spPr>
          <a:xfrm>
            <a:off x="4825065" y="1152475"/>
            <a:ext cx="3887100" cy="34164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19" name="Google Shape;119;p18"/>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18"/>
          <p:cNvSpPr txBox="1"/>
          <p:nvPr>
            <p:ph idx="3"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121" name="Google Shape;121;p18"/>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_Title, 2 subtitles, 2 column body">
  <p:cSld name="TITLE_AND_TWO_COLUMNS_1_1">
    <p:spTree>
      <p:nvGrpSpPr>
        <p:cNvPr id="122" name="Shape 122"/>
        <p:cNvGrpSpPr/>
        <p:nvPr/>
      </p:nvGrpSpPr>
      <p:grpSpPr>
        <a:xfrm>
          <a:off x="0" y="0"/>
          <a:ext cx="0" cy="0"/>
          <a:chOff x="0" y="0"/>
          <a:chExt cx="0" cy="0"/>
        </a:xfrm>
      </p:grpSpPr>
      <p:sp>
        <p:nvSpPr>
          <p:cNvPr id="123" name="Google Shape;123;p19"/>
          <p:cNvSpPr txBox="1"/>
          <p:nvPr>
            <p:ph idx="1" type="body"/>
          </p:nvPr>
        </p:nvSpPr>
        <p:spPr>
          <a:xfrm>
            <a:off x="431700" y="1670575"/>
            <a:ext cx="3887100" cy="28983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24" name="Google Shape;124;p19"/>
          <p:cNvSpPr txBox="1"/>
          <p:nvPr>
            <p:ph idx="2" type="body"/>
          </p:nvPr>
        </p:nvSpPr>
        <p:spPr>
          <a:xfrm>
            <a:off x="4825075" y="1670575"/>
            <a:ext cx="3887100" cy="28983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25" name="Google Shape;125;p19"/>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19"/>
          <p:cNvSpPr txBox="1"/>
          <p:nvPr>
            <p:ph idx="3"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127" name="Google Shape;127;p19"/>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8" name="Google Shape;128;p19"/>
          <p:cNvSpPr txBox="1"/>
          <p:nvPr>
            <p:ph idx="4" type="subTitle"/>
          </p:nvPr>
        </p:nvSpPr>
        <p:spPr>
          <a:xfrm>
            <a:off x="431700" y="1146450"/>
            <a:ext cx="38871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b="1">
                <a:solidFill>
                  <a:schemeClr val="accent1"/>
                </a:solidFill>
              </a:defRPr>
            </a:lvl1pPr>
            <a:lvl2pPr lvl="1" rtl="0">
              <a:lnSpc>
                <a:spcPct val="100000"/>
              </a:lnSpc>
              <a:spcBef>
                <a:spcPts val="0"/>
              </a:spcBef>
              <a:spcAft>
                <a:spcPts val="0"/>
              </a:spcAft>
              <a:buSzPts val="1800"/>
              <a:buNone/>
              <a:defRPr b="1" sz="1800">
                <a:solidFill>
                  <a:schemeClr val="accent1"/>
                </a:solidFill>
              </a:defRPr>
            </a:lvl2pPr>
            <a:lvl3pPr lvl="2" rtl="0">
              <a:lnSpc>
                <a:spcPct val="100000"/>
              </a:lnSpc>
              <a:spcBef>
                <a:spcPts val="0"/>
              </a:spcBef>
              <a:spcAft>
                <a:spcPts val="0"/>
              </a:spcAft>
              <a:buSzPts val="1800"/>
              <a:buNone/>
              <a:defRPr b="1" sz="1800">
                <a:solidFill>
                  <a:schemeClr val="accent1"/>
                </a:solidFill>
              </a:defRPr>
            </a:lvl3pPr>
            <a:lvl4pPr lvl="3" rtl="0">
              <a:lnSpc>
                <a:spcPct val="100000"/>
              </a:lnSpc>
              <a:spcBef>
                <a:spcPts val="0"/>
              </a:spcBef>
              <a:spcAft>
                <a:spcPts val="0"/>
              </a:spcAft>
              <a:buSzPts val="1800"/>
              <a:buNone/>
              <a:defRPr b="1" sz="1800">
                <a:solidFill>
                  <a:schemeClr val="accent1"/>
                </a:solidFill>
              </a:defRPr>
            </a:lvl4pPr>
            <a:lvl5pPr lvl="4" rtl="0">
              <a:lnSpc>
                <a:spcPct val="100000"/>
              </a:lnSpc>
              <a:spcBef>
                <a:spcPts val="0"/>
              </a:spcBef>
              <a:spcAft>
                <a:spcPts val="0"/>
              </a:spcAft>
              <a:buSzPts val="1800"/>
              <a:buNone/>
              <a:defRPr b="1" sz="1800">
                <a:solidFill>
                  <a:schemeClr val="accent1"/>
                </a:solidFill>
              </a:defRPr>
            </a:lvl5pPr>
            <a:lvl6pPr lvl="5" rtl="0">
              <a:lnSpc>
                <a:spcPct val="100000"/>
              </a:lnSpc>
              <a:spcBef>
                <a:spcPts val="0"/>
              </a:spcBef>
              <a:spcAft>
                <a:spcPts val="0"/>
              </a:spcAft>
              <a:buSzPts val="1800"/>
              <a:buNone/>
              <a:defRPr b="1" sz="1800">
                <a:solidFill>
                  <a:schemeClr val="accent1"/>
                </a:solidFill>
              </a:defRPr>
            </a:lvl6pPr>
            <a:lvl7pPr lvl="6" rtl="0">
              <a:lnSpc>
                <a:spcPct val="100000"/>
              </a:lnSpc>
              <a:spcBef>
                <a:spcPts val="0"/>
              </a:spcBef>
              <a:spcAft>
                <a:spcPts val="0"/>
              </a:spcAft>
              <a:buSzPts val="1800"/>
              <a:buNone/>
              <a:defRPr b="1" sz="1800">
                <a:solidFill>
                  <a:schemeClr val="accent1"/>
                </a:solidFill>
              </a:defRPr>
            </a:lvl7pPr>
            <a:lvl8pPr lvl="7" rtl="0">
              <a:lnSpc>
                <a:spcPct val="100000"/>
              </a:lnSpc>
              <a:spcBef>
                <a:spcPts val="0"/>
              </a:spcBef>
              <a:spcAft>
                <a:spcPts val="0"/>
              </a:spcAft>
              <a:buSzPts val="1800"/>
              <a:buNone/>
              <a:defRPr b="1" sz="1800">
                <a:solidFill>
                  <a:schemeClr val="accent1"/>
                </a:solidFill>
              </a:defRPr>
            </a:lvl8pPr>
            <a:lvl9pPr lvl="8" rtl="0">
              <a:lnSpc>
                <a:spcPct val="100000"/>
              </a:lnSpc>
              <a:spcBef>
                <a:spcPts val="0"/>
              </a:spcBef>
              <a:spcAft>
                <a:spcPts val="0"/>
              </a:spcAft>
              <a:buSzPts val="1800"/>
              <a:buNone/>
              <a:defRPr b="1" sz="1800">
                <a:solidFill>
                  <a:schemeClr val="accent1"/>
                </a:solidFill>
              </a:defRPr>
            </a:lvl9pPr>
          </a:lstStyle>
          <a:p/>
        </p:txBody>
      </p:sp>
      <p:sp>
        <p:nvSpPr>
          <p:cNvPr id="129" name="Google Shape;129;p19"/>
          <p:cNvSpPr txBox="1"/>
          <p:nvPr>
            <p:ph idx="5" type="subTitle"/>
          </p:nvPr>
        </p:nvSpPr>
        <p:spPr>
          <a:xfrm>
            <a:off x="4825075" y="1146450"/>
            <a:ext cx="38871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b="1">
                <a:solidFill>
                  <a:schemeClr val="accent1"/>
                </a:solidFill>
              </a:defRPr>
            </a:lvl1pPr>
            <a:lvl2pPr lvl="1" rtl="0">
              <a:lnSpc>
                <a:spcPct val="100000"/>
              </a:lnSpc>
              <a:spcBef>
                <a:spcPts val="0"/>
              </a:spcBef>
              <a:spcAft>
                <a:spcPts val="0"/>
              </a:spcAft>
              <a:buSzPts val="1800"/>
              <a:buNone/>
              <a:defRPr b="1" sz="1800">
                <a:solidFill>
                  <a:schemeClr val="accent1"/>
                </a:solidFill>
              </a:defRPr>
            </a:lvl2pPr>
            <a:lvl3pPr lvl="2" rtl="0">
              <a:lnSpc>
                <a:spcPct val="100000"/>
              </a:lnSpc>
              <a:spcBef>
                <a:spcPts val="0"/>
              </a:spcBef>
              <a:spcAft>
                <a:spcPts val="0"/>
              </a:spcAft>
              <a:buSzPts val="1800"/>
              <a:buNone/>
              <a:defRPr b="1" sz="1800">
                <a:solidFill>
                  <a:schemeClr val="accent1"/>
                </a:solidFill>
              </a:defRPr>
            </a:lvl3pPr>
            <a:lvl4pPr lvl="3" rtl="0">
              <a:lnSpc>
                <a:spcPct val="100000"/>
              </a:lnSpc>
              <a:spcBef>
                <a:spcPts val="0"/>
              </a:spcBef>
              <a:spcAft>
                <a:spcPts val="0"/>
              </a:spcAft>
              <a:buSzPts val="1800"/>
              <a:buNone/>
              <a:defRPr b="1" sz="1800">
                <a:solidFill>
                  <a:schemeClr val="accent1"/>
                </a:solidFill>
              </a:defRPr>
            </a:lvl4pPr>
            <a:lvl5pPr lvl="4" rtl="0">
              <a:lnSpc>
                <a:spcPct val="100000"/>
              </a:lnSpc>
              <a:spcBef>
                <a:spcPts val="0"/>
              </a:spcBef>
              <a:spcAft>
                <a:spcPts val="0"/>
              </a:spcAft>
              <a:buSzPts val="1800"/>
              <a:buNone/>
              <a:defRPr b="1" sz="1800">
                <a:solidFill>
                  <a:schemeClr val="accent1"/>
                </a:solidFill>
              </a:defRPr>
            </a:lvl5pPr>
            <a:lvl6pPr lvl="5" rtl="0">
              <a:lnSpc>
                <a:spcPct val="100000"/>
              </a:lnSpc>
              <a:spcBef>
                <a:spcPts val="0"/>
              </a:spcBef>
              <a:spcAft>
                <a:spcPts val="0"/>
              </a:spcAft>
              <a:buSzPts val="1800"/>
              <a:buNone/>
              <a:defRPr b="1" sz="1800">
                <a:solidFill>
                  <a:schemeClr val="accent1"/>
                </a:solidFill>
              </a:defRPr>
            </a:lvl6pPr>
            <a:lvl7pPr lvl="6" rtl="0">
              <a:lnSpc>
                <a:spcPct val="100000"/>
              </a:lnSpc>
              <a:spcBef>
                <a:spcPts val="0"/>
              </a:spcBef>
              <a:spcAft>
                <a:spcPts val="0"/>
              </a:spcAft>
              <a:buSzPts val="1800"/>
              <a:buNone/>
              <a:defRPr b="1" sz="1800">
                <a:solidFill>
                  <a:schemeClr val="accent1"/>
                </a:solidFill>
              </a:defRPr>
            </a:lvl7pPr>
            <a:lvl8pPr lvl="7" rtl="0">
              <a:lnSpc>
                <a:spcPct val="100000"/>
              </a:lnSpc>
              <a:spcBef>
                <a:spcPts val="0"/>
              </a:spcBef>
              <a:spcAft>
                <a:spcPts val="0"/>
              </a:spcAft>
              <a:buSzPts val="1800"/>
              <a:buNone/>
              <a:defRPr b="1" sz="1800">
                <a:solidFill>
                  <a:schemeClr val="accent1"/>
                </a:solidFill>
              </a:defRPr>
            </a:lvl8pPr>
            <a:lvl9pPr lvl="8" rtl="0">
              <a:lnSpc>
                <a:spcPct val="100000"/>
              </a:lnSpc>
              <a:spcBef>
                <a:spcPts val="0"/>
              </a:spcBef>
              <a:spcAft>
                <a:spcPts val="0"/>
              </a:spcAft>
              <a:buSzPts val="1800"/>
              <a:buNone/>
              <a:defRPr b="1" sz="1800">
                <a:solidFill>
                  <a:schemeClr val="accen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_Title, 3 column body">
  <p:cSld name="TITLE_AND_TWO_COLUMNS_2_2">
    <p:spTree>
      <p:nvGrpSpPr>
        <p:cNvPr id="130" name="Shape 130"/>
        <p:cNvGrpSpPr/>
        <p:nvPr/>
      </p:nvGrpSpPr>
      <p:grpSpPr>
        <a:xfrm>
          <a:off x="0" y="0"/>
          <a:ext cx="0" cy="0"/>
          <a:chOff x="0" y="0"/>
          <a:chExt cx="0" cy="0"/>
        </a:xfrm>
      </p:grpSpPr>
      <p:sp>
        <p:nvSpPr>
          <p:cNvPr id="131" name="Google Shape;131;p20"/>
          <p:cNvSpPr txBox="1"/>
          <p:nvPr>
            <p:ph idx="1" type="body"/>
          </p:nvPr>
        </p:nvSpPr>
        <p:spPr>
          <a:xfrm>
            <a:off x="431700" y="1152475"/>
            <a:ext cx="2553600" cy="34164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32" name="Google Shape;132;p20"/>
          <p:cNvSpPr txBox="1"/>
          <p:nvPr>
            <p:ph idx="2" type="body"/>
          </p:nvPr>
        </p:nvSpPr>
        <p:spPr>
          <a:xfrm>
            <a:off x="3295210" y="1152475"/>
            <a:ext cx="2553600" cy="34164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33" name="Google Shape;133;p20"/>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20"/>
          <p:cNvSpPr txBox="1"/>
          <p:nvPr>
            <p:ph idx="3" type="body"/>
          </p:nvPr>
        </p:nvSpPr>
        <p:spPr>
          <a:xfrm>
            <a:off x="6158720" y="1152475"/>
            <a:ext cx="2553600" cy="34164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35" name="Google Shape;135;p20"/>
          <p:cNvSpPr txBox="1"/>
          <p:nvPr>
            <p:ph idx="4"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136" name="Google Shape;136;p20"/>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_Title, 3 subtitles, 3 column body">
  <p:cSld name="TITLE_AND_TWO_COLUMNS_2_1_1">
    <p:spTree>
      <p:nvGrpSpPr>
        <p:cNvPr id="137" name="Shape 137"/>
        <p:cNvGrpSpPr/>
        <p:nvPr/>
      </p:nvGrpSpPr>
      <p:grpSpPr>
        <a:xfrm>
          <a:off x="0" y="0"/>
          <a:ext cx="0" cy="0"/>
          <a:chOff x="0" y="0"/>
          <a:chExt cx="0" cy="0"/>
        </a:xfrm>
      </p:grpSpPr>
      <p:sp>
        <p:nvSpPr>
          <p:cNvPr id="138" name="Google Shape;138;p21"/>
          <p:cNvSpPr txBox="1"/>
          <p:nvPr>
            <p:ph idx="1" type="body"/>
          </p:nvPr>
        </p:nvSpPr>
        <p:spPr>
          <a:xfrm>
            <a:off x="431700" y="1670575"/>
            <a:ext cx="2553600" cy="28983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39" name="Google Shape;139;p21"/>
          <p:cNvSpPr txBox="1"/>
          <p:nvPr>
            <p:ph idx="2" type="body"/>
          </p:nvPr>
        </p:nvSpPr>
        <p:spPr>
          <a:xfrm>
            <a:off x="3295212" y="1670575"/>
            <a:ext cx="2553600" cy="28983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40" name="Google Shape;140;p21"/>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21"/>
          <p:cNvSpPr txBox="1"/>
          <p:nvPr>
            <p:ph idx="3" type="body"/>
          </p:nvPr>
        </p:nvSpPr>
        <p:spPr>
          <a:xfrm>
            <a:off x="6158723" y="1670575"/>
            <a:ext cx="2553600" cy="28983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42" name="Google Shape;142;p21"/>
          <p:cNvSpPr txBox="1"/>
          <p:nvPr>
            <p:ph idx="4"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143" name="Google Shape;143;p21"/>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4" name="Google Shape;144;p21"/>
          <p:cNvSpPr txBox="1"/>
          <p:nvPr>
            <p:ph idx="5" type="subTitle"/>
          </p:nvPr>
        </p:nvSpPr>
        <p:spPr>
          <a:xfrm>
            <a:off x="431700" y="1146450"/>
            <a:ext cx="25536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b="1">
                <a:solidFill>
                  <a:schemeClr val="accent1"/>
                </a:solidFill>
              </a:defRPr>
            </a:lvl1pPr>
            <a:lvl2pPr lvl="1" rtl="0">
              <a:lnSpc>
                <a:spcPct val="100000"/>
              </a:lnSpc>
              <a:spcBef>
                <a:spcPts val="0"/>
              </a:spcBef>
              <a:spcAft>
                <a:spcPts val="0"/>
              </a:spcAft>
              <a:buSzPts val="1800"/>
              <a:buNone/>
              <a:defRPr b="1" sz="1800">
                <a:solidFill>
                  <a:schemeClr val="accent1"/>
                </a:solidFill>
              </a:defRPr>
            </a:lvl2pPr>
            <a:lvl3pPr lvl="2" rtl="0">
              <a:lnSpc>
                <a:spcPct val="100000"/>
              </a:lnSpc>
              <a:spcBef>
                <a:spcPts val="0"/>
              </a:spcBef>
              <a:spcAft>
                <a:spcPts val="0"/>
              </a:spcAft>
              <a:buSzPts val="1800"/>
              <a:buNone/>
              <a:defRPr b="1" sz="1800">
                <a:solidFill>
                  <a:schemeClr val="accent1"/>
                </a:solidFill>
              </a:defRPr>
            </a:lvl3pPr>
            <a:lvl4pPr lvl="3" rtl="0">
              <a:lnSpc>
                <a:spcPct val="100000"/>
              </a:lnSpc>
              <a:spcBef>
                <a:spcPts val="0"/>
              </a:spcBef>
              <a:spcAft>
                <a:spcPts val="0"/>
              </a:spcAft>
              <a:buSzPts val="1800"/>
              <a:buNone/>
              <a:defRPr b="1" sz="1800">
                <a:solidFill>
                  <a:schemeClr val="accent1"/>
                </a:solidFill>
              </a:defRPr>
            </a:lvl4pPr>
            <a:lvl5pPr lvl="4" rtl="0">
              <a:lnSpc>
                <a:spcPct val="100000"/>
              </a:lnSpc>
              <a:spcBef>
                <a:spcPts val="0"/>
              </a:spcBef>
              <a:spcAft>
                <a:spcPts val="0"/>
              </a:spcAft>
              <a:buSzPts val="1800"/>
              <a:buNone/>
              <a:defRPr b="1" sz="1800">
                <a:solidFill>
                  <a:schemeClr val="accent1"/>
                </a:solidFill>
              </a:defRPr>
            </a:lvl5pPr>
            <a:lvl6pPr lvl="5" rtl="0">
              <a:lnSpc>
                <a:spcPct val="100000"/>
              </a:lnSpc>
              <a:spcBef>
                <a:spcPts val="0"/>
              </a:spcBef>
              <a:spcAft>
                <a:spcPts val="0"/>
              </a:spcAft>
              <a:buSzPts val="1800"/>
              <a:buNone/>
              <a:defRPr b="1" sz="1800">
                <a:solidFill>
                  <a:schemeClr val="accent1"/>
                </a:solidFill>
              </a:defRPr>
            </a:lvl6pPr>
            <a:lvl7pPr lvl="6" rtl="0">
              <a:lnSpc>
                <a:spcPct val="100000"/>
              </a:lnSpc>
              <a:spcBef>
                <a:spcPts val="0"/>
              </a:spcBef>
              <a:spcAft>
                <a:spcPts val="0"/>
              </a:spcAft>
              <a:buSzPts val="1800"/>
              <a:buNone/>
              <a:defRPr b="1" sz="1800">
                <a:solidFill>
                  <a:schemeClr val="accent1"/>
                </a:solidFill>
              </a:defRPr>
            </a:lvl7pPr>
            <a:lvl8pPr lvl="7" rtl="0">
              <a:lnSpc>
                <a:spcPct val="100000"/>
              </a:lnSpc>
              <a:spcBef>
                <a:spcPts val="0"/>
              </a:spcBef>
              <a:spcAft>
                <a:spcPts val="0"/>
              </a:spcAft>
              <a:buSzPts val="1800"/>
              <a:buNone/>
              <a:defRPr b="1" sz="1800">
                <a:solidFill>
                  <a:schemeClr val="accent1"/>
                </a:solidFill>
              </a:defRPr>
            </a:lvl8pPr>
            <a:lvl9pPr lvl="8" rtl="0">
              <a:lnSpc>
                <a:spcPct val="100000"/>
              </a:lnSpc>
              <a:spcBef>
                <a:spcPts val="0"/>
              </a:spcBef>
              <a:spcAft>
                <a:spcPts val="0"/>
              </a:spcAft>
              <a:buSzPts val="1800"/>
              <a:buNone/>
              <a:defRPr b="1" sz="1800">
                <a:solidFill>
                  <a:schemeClr val="accent1"/>
                </a:solidFill>
              </a:defRPr>
            </a:lvl9pPr>
          </a:lstStyle>
          <a:p/>
        </p:txBody>
      </p:sp>
      <p:sp>
        <p:nvSpPr>
          <p:cNvPr id="145" name="Google Shape;145;p21"/>
          <p:cNvSpPr txBox="1"/>
          <p:nvPr>
            <p:ph idx="6" type="subTitle"/>
          </p:nvPr>
        </p:nvSpPr>
        <p:spPr>
          <a:xfrm>
            <a:off x="3295200" y="1146450"/>
            <a:ext cx="25536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b="1">
                <a:solidFill>
                  <a:schemeClr val="accent1"/>
                </a:solidFill>
              </a:defRPr>
            </a:lvl1pPr>
            <a:lvl2pPr lvl="1" rtl="0">
              <a:lnSpc>
                <a:spcPct val="100000"/>
              </a:lnSpc>
              <a:spcBef>
                <a:spcPts val="0"/>
              </a:spcBef>
              <a:spcAft>
                <a:spcPts val="0"/>
              </a:spcAft>
              <a:buSzPts val="1800"/>
              <a:buNone/>
              <a:defRPr b="1" sz="1800">
                <a:solidFill>
                  <a:schemeClr val="accent1"/>
                </a:solidFill>
              </a:defRPr>
            </a:lvl2pPr>
            <a:lvl3pPr lvl="2" rtl="0">
              <a:lnSpc>
                <a:spcPct val="100000"/>
              </a:lnSpc>
              <a:spcBef>
                <a:spcPts val="0"/>
              </a:spcBef>
              <a:spcAft>
                <a:spcPts val="0"/>
              </a:spcAft>
              <a:buSzPts val="1800"/>
              <a:buNone/>
              <a:defRPr b="1" sz="1800">
                <a:solidFill>
                  <a:schemeClr val="accent1"/>
                </a:solidFill>
              </a:defRPr>
            </a:lvl3pPr>
            <a:lvl4pPr lvl="3" rtl="0">
              <a:lnSpc>
                <a:spcPct val="100000"/>
              </a:lnSpc>
              <a:spcBef>
                <a:spcPts val="0"/>
              </a:spcBef>
              <a:spcAft>
                <a:spcPts val="0"/>
              </a:spcAft>
              <a:buSzPts val="1800"/>
              <a:buNone/>
              <a:defRPr b="1" sz="1800">
                <a:solidFill>
                  <a:schemeClr val="accent1"/>
                </a:solidFill>
              </a:defRPr>
            </a:lvl4pPr>
            <a:lvl5pPr lvl="4" rtl="0">
              <a:lnSpc>
                <a:spcPct val="100000"/>
              </a:lnSpc>
              <a:spcBef>
                <a:spcPts val="0"/>
              </a:spcBef>
              <a:spcAft>
                <a:spcPts val="0"/>
              </a:spcAft>
              <a:buSzPts val="1800"/>
              <a:buNone/>
              <a:defRPr b="1" sz="1800">
                <a:solidFill>
                  <a:schemeClr val="accent1"/>
                </a:solidFill>
              </a:defRPr>
            </a:lvl5pPr>
            <a:lvl6pPr lvl="5" rtl="0">
              <a:lnSpc>
                <a:spcPct val="100000"/>
              </a:lnSpc>
              <a:spcBef>
                <a:spcPts val="0"/>
              </a:spcBef>
              <a:spcAft>
                <a:spcPts val="0"/>
              </a:spcAft>
              <a:buSzPts val="1800"/>
              <a:buNone/>
              <a:defRPr b="1" sz="1800">
                <a:solidFill>
                  <a:schemeClr val="accent1"/>
                </a:solidFill>
              </a:defRPr>
            </a:lvl6pPr>
            <a:lvl7pPr lvl="6" rtl="0">
              <a:lnSpc>
                <a:spcPct val="100000"/>
              </a:lnSpc>
              <a:spcBef>
                <a:spcPts val="0"/>
              </a:spcBef>
              <a:spcAft>
                <a:spcPts val="0"/>
              </a:spcAft>
              <a:buSzPts val="1800"/>
              <a:buNone/>
              <a:defRPr b="1" sz="1800">
                <a:solidFill>
                  <a:schemeClr val="accent1"/>
                </a:solidFill>
              </a:defRPr>
            </a:lvl7pPr>
            <a:lvl8pPr lvl="7" rtl="0">
              <a:lnSpc>
                <a:spcPct val="100000"/>
              </a:lnSpc>
              <a:spcBef>
                <a:spcPts val="0"/>
              </a:spcBef>
              <a:spcAft>
                <a:spcPts val="0"/>
              </a:spcAft>
              <a:buSzPts val="1800"/>
              <a:buNone/>
              <a:defRPr b="1" sz="1800">
                <a:solidFill>
                  <a:schemeClr val="accent1"/>
                </a:solidFill>
              </a:defRPr>
            </a:lvl8pPr>
            <a:lvl9pPr lvl="8" rtl="0">
              <a:lnSpc>
                <a:spcPct val="100000"/>
              </a:lnSpc>
              <a:spcBef>
                <a:spcPts val="0"/>
              </a:spcBef>
              <a:spcAft>
                <a:spcPts val="0"/>
              </a:spcAft>
              <a:buSzPts val="1800"/>
              <a:buNone/>
              <a:defRPr b="1" sz="1800">
                <a:solidFill>
                  <a:schemeClr val="accent1"/>
                </a:solidFill>
              </a:defRPr>
            </a:lvl9pPr>
          </a:lstStyle>
          <a:p/>
        </p:txBody>
      </p:sp>
      <p:sp>
        <p:nvSpPr>
          <p:cNvPr id="146" name="Google Shape;146;p21"/>
          <p:cNvSpPr txBox="1"/>
          <p:nvPr>
            <p:ph idx="7" type="subTitle"/>
          </p:nvPr>
        </p:nvSpPr>
        <p:spPr>
          <a:xfrm>
            <a:off x="6158700" y="1146450"/>
            <a:ext cx="25536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b="1">
                <a:solidFill>
                  <a:schemeClr val="accent1"/>
                </a:solidFill>
              </a:defRPr>
            </a:lvl1pPr>
            <a:lvl2pPr lvl="1" rtl="0">
              <a:lnSpc>
                <a:spcPct val="100000"/>
              </a:lnSpc>
              <a:spcBef>
                <a:spcPts val="0"/>
              </a:spcBef>
              <a:spcAft>
                <a:spcPts val="0"/>
              </a:spcAft>
              <a:buSzPts val="1800"/>
              <a:buNone/>
              <a:defRPr b="1" sz="1800">
                <a:solidFill>
                  <a:schemeClr val="accent1"/>
                </a:solidFill>
              </a:defRPr>
            </a:lvl2pPr>
            <a:lvl3pPr lvl="2" rtl="0">
              <a:lnSpc>
                <a:spcPct val="100000"/>
              </a:lnSpc>
              <a:spcBef>
                <a:spcPts val="0"/>
              </a:spcBef>
              <a:spcAft>
                <a:spcPts val="0"/>
              </a:spcAft>
              <a:buSzPts val="1800"/>
              <a:buNone/>
              <a:defRPr b="1" sz="1800">
                <a:solidFill>
                  <a:schemeClr val="accent1"/>
                </a:solidFill>
              </a:defRPr>
            </a:lvl3pPr>
            <a:lvl4pPr lvl="3" rtl="0">
              <a:lnSpc>
                <a:spcPct val="100000"/>
              </a:lnSpc>
              <a:spcBef>
                <a:spcPts val="0"/>
              </a:spcBef>
              <a:spcAft>
                <a:spcPts val="0"/>
              </a:spcAft>
              <a:buSzPts val="1800"/>
              <a:buNone/>
              <a:defRPr b="1" sz="1800">
                <a:solidFill>
                  <a:schemeClr val="accent1"/>
                </a:solidFill>
              </a:defRPr>
            </a:lvl4pPr>
            <a:lvl5pPr lvl="4" rtl="0">
              <a:lnSpc>
                <a:spcPct val="100000"/>
              </a:lnSpc>
              <a:spcBef>
                <a:spcPts val="0"/>
              </a:spcBef>
              <a:spcAft>
                <a:spcPts val="0"/>
              </a:spcAft>
              <a:buSzPts val="1800"/>
              <a:buNone/>
              <a:defRPr b="1" sz="1800">
                <a:solidFill>
                  <a:schemeClr val="accent1"/>
                </a:solidFill>
              </a:defRPr>
            </a:lvl5pPr>
            <a:lvl6pPr lvl="5" rtl="0">
              <a:lnSpc>
                <a:spcPct val="100000"/>
              </a:lnSpc>
              <a:spcBef>
                <a:spcPts val="0"/>
              </a:spcBef>
              <a:spcAft>
                <a:spcPts val="0"/>
              </a:spcAft>
              <a:buSzPts val="1800"/>
              <a:buNone/>
              <a:defRPr b="1" sz="1800">
                <a:solidFill>
                  <a:schemeClr val="accent1"/>
                </a:solidFill>
              </a:defRPr>
            </a:lvl6pPr>
            <a:lvl7pPr lvl="6" rtl="0">
              <a:lnSpc>
                <a:spcPct val="100000"/>
              </a:lnSpc>
              <a:spcBef>
                <a:spcPts val="0"/>
              </a:spcBef>
              <a:spcAft>
                <a:spcPts val="0"/>
              </a:spcAft>
              <a:buSzPts val="1800"/>
              <a:buNone/>
              <a:defRPr b="1" sz="1800">
                <a:solidFill>
                  <a:schemeClr val="accent1"/>
                </a:solidFill>
              </a:defRPr>
            </a:lvl7pPr>
            <a:lvl8pPr lvl="7" rtl="0">
              <a:lnSpc>
                <a:spcPct val="100000"/>
              </a:lnSpc>
              <a:spcBef>
                <a:spcPts val="0"/>
              </a:spcBef>
              <a:spcAft>
                <a:spcPts val="0"/>
              </a:spcAft>
              <a:buSzPts val="1800"/>
              <a:buNone/>
              <a:defRPr b="1" sz="1800">
                <a:solidFill>
                  <a:schemeClr val="accent1"/>
                </a:solidFill>
              </a:defRPr>
            </a:lvl8pPr>
            <a:lvl9pPr lvl="8" rtl="0">
              <a:lnSpc>
                <a:spcPct val="100000"/>
              </a:lnSpc>
              <a:spcBef>
                <a:spcPts val="0"/>
              </a:spcBef>
              <a:spcAft>
                <a:spcPts val="0"/>
              </a:spcAft>
              <a:buSzPts val="1800"/>
              <a:buNone/>
              <a:defRPr b="1" sz="1800">
                <a:solidFill>
                  <a:schemeClr val="accen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_Title, 2 boxes">
  <p:cSld name="TITLE_ONLY_4">
    <p:spTree>
      <p:nvGrpSpPr>
        <p:cNvPr id="147" name="Shape 147"/>
        <p:cNvGrpSpPr/>
        <p:nvPr/>
      </p:nvGrpSpPr>
      <p:grpSpPr>
        <a:xfrm>
          <a:off x="0" y="0"/>
          <a:ext cx="0" cy="0"/>
          <a:chOff x="0" y="0"/>
          <a:chExt cx="0" cy="0"/>
        </a:xfrm>
      </p:grpSpPr>
      <p:sp>
        <p:nvSpPr>
          <p:cNvPr id="148" name="Google Shape;148;p22"/>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9" name="Google Shape;149;p22"/>
          <p:cNvSpPr txBox="1"/>
          <p:nvPr>
            <p:ph idx="1" type="body"/>
          </p:nvPr>
        </p:nvSpPr>
        <p:spPr>
          <a:xfrm>
            <a:off x="431725" y="1954250"/>
            <a:ext cx="4030500" cy="2571600"/>
          </a:xfrm>
          <a:prstGeom prst="rect">
            <a:avLst/>
          </a:prstGeom>
          <a:solidFill>
            <a:schemeClr val="lt2"/>
          </a:solidFill>
        </p:spPr>
        <p:txBody>
          <a:bodyPr anchorCtr="0" anchor="t" bIns="91425" lIns="182875" spcFirstLastPara="1" rIns="182875" wrap="square" tIns="182875">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50" name="Google Shape;150;p22"/>
          <p:cNvSpPr txBox="1"/>
          <p:nvPr>
            <p:ph idx="2" type="body"/>
          </p:nvPr>
        </p:nvSpPr>
        <p:spPr>
          <a:xfrm>
            <a:off x="4681975" y="1954225"/>
            <a:ext cx="4030500" cy="2571600"/>
          </a:xfrm>
          <a:prstGeom prst="rect">
            <a:avLst/>
          </a:prstGeom>
          <a:solidFill>
            <a:schemeClr val="lt2"/>
          </a:solidFill>
        </p:spPr>
        <p:txBody>
          <a:bodyPr anchorCtr="0" anchor="t" bIns="91425" lIns="182875" spcFirstLastPara="1" rIns="182875" wrap="square" tIns="182875">
            <a:noAutofit/>
          </a:bodyPr>
          <a:lstStyle>
            <a:lvl1pPr indent="-317500" lvl="0" marL="457200" rtl="0">
              <a:spcBef>
                <a:spcPts val="0"/>
              </a:spcBef>
              <a:spcAft>
                <a:spcPts val="0"/>
              </a:spcAft>
              <a:buClr>
                <a:schemeClr val="accent2"/>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2"/>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2"/>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51" name="Google Shape;151;p22"/>
          <p:cNvSpPr txBox="1"/>
          <p:nvPr>
            <p:ph idx="3"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152" name="Google Shape;152;p22"/>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3" name="Google Shape;153;p22"/>
          <p:cNvSpPr txBox="1"/>
          <p:nvPr>
            <p:ph idx="4" type="subTitle"/>
          </p:nvPr>
        </p:nvSpPr>
        <p:spPr>
          <a:xfrm>
            <a:off x="431700" y="1146450"/>
            <a:ext cx="4030500" cy="807900"/>
          </a:xfrm>
          <a:prstGeom prst="rect">
            <a:avLst/>
          </a:prstGeom>
          <a:solidFill>
            <a:schemeClr val="accent1"/>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b="1">
                <a:solidFill>
                  <a:schemeClr val="lt1"/>
                </a:solidFill>
              </a:defRPr>
            </a:lvl1pPr>
            <a:lvl2pPr lvl="1" rtl="0" algn="ctr">
              <a:lnSpc>
                <a:spcPct val="100000"/>
              </a:lnSpc>
              <a:spcBef>
                <a:spcPts val="0"/>
              </a:spcBef>
              <a:spcAft>
                <a:spcPts val="0"/>
              </a:spcAft>
              <a:buClr>
                <a:schemeClr val="lt1"/>
              </a:buClr>
              <a:buSzPts val="1800"/>
              <a:buNone/>
              <a:defRPr b="1" sz="1800">
                <a:solidFill>
                  <a:schemeClr val="lt1"/>
                </a:solidFill>
              </a:defRPr>
            </a:lvl2pPr>
            <a:lvl3pPr lvl="2" rtl="0" algn="ctr">
              <a:lnSpc>
                <a:spcPct val="100000"/>
              </a:lnSpc>
              <a:spcBef>
                <a:spcPts val="0"/>
              </a:spcBef>
              <a:spcAft>
                <a:spcPts val="0"/>
              </a:spcAft>
              <a:buClr>
                <a:schemeClr val="lt1"/>
              </a:buClr>
              <a:buSzPts val="1800"/>
              <a:buNone/>
              <a:defRPr b="1" sz="1800">
                <a:solidFill>
                  <a:schemeClr val="lt1"/>
                </a:solidFill>
              </a:defRPr>
            </a:lvl3pPr>
            <a:lvl4pPr lvl="3" rtl="0" algn="ctr">
              <a:lnSpc>
                <a:spcPct val="100000"/>
              </a:lnSpc>
              <a:spcBef>
                <a:spcPts val="0"/>
              </a:spcBef>
              <a:spcAft>
                <a:spcPts val="0"/>
              </a:spcAft>
              <a:buClr>
                <a:schemeClr val="lt1"/>
              </a:buClr>
              <a:buSzPts val="1800"/>
              <a:buNone/>
              <a:defRPr b="1" sz="1800">
                <a:solidFill>
                  <a:schemeClr val="lt1"/>
                </a:solidFill>
              </a:defRPr>
            </a:lvl4pPr>
            <a:lvl5pPr lvl="4" rtl="0" algn="ctr">
              <a:lnSpc>
                <a:spcPct val="100000"/>
              </a:lnSpc>
              <a:spcBef>
                <a:spcPts val="0"/>
              </a:spcBef>
              <a:spcAft>
                <a:spcPts val="0"/>
              </a:spcAft>
              <a:buClr>
                <a:schemeClr val="lt1"/>
              </a:buClr>
              <a:buSzPts val="1800"/>
              <a:buNone/>
              <a:defRPr b="1" sz="1800">
                <a:solidFill>
                  <a:schemeClr val="lt1"/>
                </a:solidFill>
              </a:defRPr>
            </a:lvl5pPr>
            <a:lvl6pPr lvl="5" rtl="0" algn="ctr">
              <a:lnSpc>
                <a:spcPct val="100000"/>
              </a:lnSpc>
              <a:spcBef>
                <a:spcPts val="0"/>
              </a:spcBef>
              <a:spcAft>
                <a:spcPts val="0"/>
              </a:spcAft>
              <a:buClr>
                <a:schemeClr val="lt1"/>
              </a:buClr>
              <a:buSzPts val="1800"/>
              <a:buNone/>
              <a:defRPr b="1" sz="1800">
                <a:solidFill>
                  <a:schemeClr val="lt1"/>
                </a:solidFill>
              </a:defRPr>
            </a:lvl6pPr>
            <a:lvl7pPr lvl="6" rtl="0" algn="ctr">
              <a:lnSpc>
                <a:spcPct val="100000"/>
              </a:lnSpc>
              <a:spcBef>
                <a:spcPts val="0"/>
              </a:spcBef>
              <a:spcAft>
                <a:spcPts val="0"/>
              </a:spcAft>
              <a:buClr>
                <a:schemeClr val="lt1"/>
              </a:buClr>
              <a:buSzPts val="1800"/>
              <a:buNone/>
              <a:defRPr b="1" sz="1800">
                <a:solidFill>
                  <a:schemeClr val="lt1"/>
                </a:solidFill>
              </a:defRPr>
            </a:lvl7pPr>
            <a:lvl8pPr lvl="7" rtl="0" algn="ctr">
              <a:lnSpc>
                <a:spcPct val="100000"/>
              </a:lnSpc>
              <a:spcBef>
                <a:spcPts val="0"/>
              </a:spcBef>
              <a:spcAft>
                <a:spcPts val="0"/>
              </a:spcAft>
              <a:buClr>
                <a:schemeClr val="lt1"/>
              </a:buClr>
              <a:buSzPts val="1800"/>
              <a:buNone/>
              <a:defRPr b="1" sz="1800">
                <a:solidFill>
                  <a:schemeClr val="lt1"/>
                </a:solidFill>
              </a:defRPr>
            </a:lvl8pPr>
            <a:lvl9pPr lvl="8" rtl="0" algn="ctr">
              <a:lnSpc>
                <a:spcPct val="100000"/>
              </a:lnSpc>
              <a:spcBef>
                <a:spcPts val="0"/>
              </a:spcBef>
              <a:spcAft>
                <a:spcPts val="0"/>
              </a:spcAft>
              <a:buClr>
                <a:schemeClr val="lt1"/>
              </a:buClr>
              <a:buSzPts val="1800"/>
              <a:buNone/>
              <a:defRPr b="1" sz="1800">
                <a:solidFill>
                  <a:schemeClr val="lt1"/>
                </a:solidFill>
              </a:defRPr>
            </a:lvl9pPr>
          </a:lstStyle>
          <a:p/>
        </p:txBody>
      </p:sp>
      <p:sp>
        <p:nvSpPr>
          <p:cNvPr id="154" name="Google Shape;154;p22"/>
          <p:cNvSpPr txBox="1"/>
          <p:nvPr>
            <p:ph idx="5" type="subTitle"/>
          </p:nvPr>
        </p:nvSpPr>
        <p:spPr>
          <a:xfrm>
            <a:off x="4681975" y="1146450"/>
            <a:ext cx="4030500" cy="807900"/>
          </a:xfrm>
          <a:prstGeom prst="rect">
            <a:avLst/>
          </a:prstGeom>
          <a:solidFill>
            <a:schemeClr val="accent2"/>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b="1">
                <a:solidFill>
                  <a:schemeClr val="lt1"/>
                </a:solidFill>
              </a:defRPr>
            </a:lvl1pPr>
            <a:lvl2pPr lvl="1" rtl="0" algn="ctr">
              <a:lnSpc>
                <a:spcPct val="100000"/>
              </a:lnSpc>
              <a:spcBef>
                <a:spcPts val="0"/>
              </a:spcBef>
              <a:spcAft>
                <a:spcPts val="0"/>
              </a:spcAft>
              <a:buClr>
                <a:schemeClr val="lt1"/>
              </a:buClr>
              <a:buSzPts val="1800"/>
              <a:buNone/>
              <a:defRPr b="1" sz="1800">
                <a:solidFill>
                  <a:schemeClr val="lt1"/>
                </a:solidFill>
              </a:defRPr>
            </a:lvl2pPr>
            <a:lvl3pPr lvl="2" rtl="0" algn="ctr">
              <a:lnSpc>
                <a:spcPct val="100000"/>
              </a:lnSpc>
              <a:spcBef>
                <a:spcPts val="0"/>
              </a:spcBef>
              <a:spcAft>
                <a:spcPts val="0"/>
              </a:spcAft>
              <a:buClr>
                <a:schemeClr val="lt1"/>
              </a:buClr>
              <a:buSzPts val="1800"/>
              <a:buNone/>
              <a:defRPr b="1" sz="1800">
                <a:solidFill>
                  <a:schemeClr val="lt1"/>
                </a:solidFill>
              </a:defRPr>
            </a:lvl3pPr>
            <a:lvl4pPr lvl="3" rtl="0" algn="ctr">
              <a:lnSpc>
                <a:spcPct val="100000"/>
              </a:lnSpc>
              <a:spcBef>
                <a:spcPts val="0"/>
              </a:spcBef>
              <a:spcAft>
                <a:spcPts val="0"/>
              </a:spcAft>
              <a:buClr>
                <a:schemeClr val="lt1"/>
              </a:buClr>
              <a:buSzPts val="1800"/>
              <a:buNone/>
              <a:defRPr b="1" sz="1800">
                <a:solidFill>
                  <a:schemeClr val="lt1"/>
                </a:solidFill>
              </a:defRPr>
            </a:lvl4pPr>
            <a:lvl5pPr lvl="4" rtl="0" algn="ctr">
              <a:lnSpc>
                <a:spcPct val="100000"/>
              </a:lnSpc>
              <a:spcBef>
                <a:spcPts val="0"/>
              </a:spcBef>
              <a:spcAft>
                <a:spcPts val="0"/>
              </a:spcAft>
              <a:buClr>
                <a:schemeClr val="lt1"/>
              </a:buClr>
              <a:buSzPts val="1800"/>
              <a:buNone/>
              <a:defRPr b="1" sz="1800">
                <a:solidFill>
                  <a:schemeClr val="lt1"/>
                </a:solidFill>
              </a:defRPr>
            </a:lvl5pPr>
            <a:lvl6pPr lvl="5" rtl="0" algn="ctr">
              <a:lnSpc>
                <a:spcPct val="100000"/>
              </a:lnSpc>
              <a:spcBef>
                <a:spcPts val="0"/>
              </a:spcBef>
              <a:spcAft>
                <a:spcPts val="0"/>
              </a:spcAft>
              <a:buClr>
                <a:schemeClr val="lt1"/>
              </a:buClr>
              <a:buSzPts val="1800"/>
              <a:buNone/>
              <a:defRPr b="1" sz="1800">
                <a:solidFill>
                  <a:schemeClr val="lt1"/>
                </a:solidFill>
              </a:defRPr>
            </a:lvl6pPr>
            <a:lvl7pPr lvl="6" rtl="0" algn="ctr">
              <a:lnSpc>
                <a:spcPct val="100000"/>
              </a:lnSpc>
              <a:spcBef>
                <a:spcPts val="0"/>
              </a:spcBef>
              <a:spcAft>
                <a:spcPts val="0"/>
              </a:spcAft>
              <a:buClr>
                <a:schemeClr val="lt1"/>
              </a:buClr>
              <a:buSzPts val="1800"/>
              <a:buNone/>
              <a:defRPr b="1" sz="1800">
                <a:solidFill>
                  <a:schemeClr val="lt1"/>
                </a:solidFill>
              </a:defRPr>
            </a:lvl7pPr>
            <a:lvl8pPr lvl="7" rtl="0" algn="ctr">
              <a:lnSpc>
                <a:spcPct val="100000"/>
              </a:lnSpc>
              <a:spcBef>
                <a:spcPts val="0"/>
              </a:spcBef>
              <a:spcAft>
                <a:spcPts val="0"/>
              </a:spcAft>
              <a:buClr>
                <a:schemeClr val="lt1"/>
              </a:buClr>
              <a:buSzPts val="1800"/>
              <a:buNone/>
              <a:defRPr b="1" sz="1800">
                <a:solidFill>
                  <a:schemeClr val="lt1"/>
                </a:solidFill>
              </a:defRPr>
            </a:lvl8pPr>
            <a:lvl9pPr lvl="8" rtl="0" algn="ctr">
              <a:lnSpc>
                <a:spcPct val="100000"/>
              </a:lnSpc>
              <a:spcBef>
                <a:spcPts val="0"/>
              </a:spcBef>
              <a:spcAft>
                <a:spcPts val="0"/>
              </a:spcAft>
              <a:buClr>
                <a:schemeClr val="lt1"/>
              </a:buClr>
              <a:buSzPts val="1800"/>
              <a:buNone/>
              <a:defRPr b="1" sz="1800">
                <a:solidFill>
                  <a:schemeClr val="l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_Title, 3 boxes">
  <p:cSld name="TITLE_ONLY_3_2">
    <p:spTree>
      <p:nvGrpSpPr>
        <p:cNvPr id="155" name="Shape 155"/>
        <p:cNvGrpSpPr/>
        <p:nvPr/>
      </p:nvGrpSpPr>
      <p:grpSpPr>
        <a:xfrm>
          <a:off x="0" y="0"/>
          <a:ext cx="0" cy="0"/>
          <a:chOff x="0" y="0"/>
          <a:chExt cx="0" cy="0"/>
        </a:xfrm>
      </p:grpSpPr>
      <p:sp>
        <p:nvSpPr>
          <p:cNvPr id="156" name="Google Shape;156;p23"/>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23"/>
          <p:cNvSpPr txBox="1"/>
          <p:nvPr>
            <p:ph idx="1" type="body"/>
          </p:nvPr>
        </p:nvSpPr>
        <p:spPr>
          <a:xfrm>
            <a:off x="431725" y="1954250"/>
            <a:ext cx="2614500" cy="2571600"/>
          </a:xfrm>
          <a:prstGeom prst="rect">
            <a:avLst/>
          </a:prstGeom>
          <a:solidFill>
            <a:schemeClr val="lt2"/>
          </a:solidFill>
        </p:spPr>
        <p:txBody>
          <a:bodyPr anchorCtr="0" anchor="t" bIns="91425" lIns="182875" spcFirstLastPara="1" rIns="182875" wrap="square" tIns="182875">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58" name="Google Shape;158;p23"/>
          <p:cNvSpPr txBox="1"/>
          <p:nvPr>
            <p:ph idx="2" type="body"/>
          </p:nvPr>
        </p:nvSpPr>
        <p:spPr>
          <a:xfrm>
            <a:off x="3264675" y="1954250"/>
            <a:ext cx="2614500" cy="2571600"/>
          </a:xfrm>
          <a:prstGeom prst="rect">
            <a:avLst/>
          </a:prstGeom>
          <a:solidFill>
            <a:schemeClr val="lt2"/>
          </a:solidFill>
        </p:spPr>
        <p:txBody>
          <a:bodyPr anchorCtr="0" anchor="t" bIns="91425" lIns="182875" spcFirstLastPara="1" rIns="182875" wrap="square" tIns="182875">
            <a:noAutofit/>
          </a:bodyPr>
          <a:lstStyle>
            <a:lvl1pPr indent="-317500" lvl="0" marL="457200" rtl="0">
              <a:spcBef>
                <a:spcPts val="0"/>
              </a:spcBef>
              <a:spcAft>
                <a:spcPts val="0"/>
              </a:spcAft>
              <a:buClr>
                <a:schemeClr val="accent2"/>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2"/>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2"/>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59" name="Google Shape;159;p23"/>
          <p:cNvSpPr txBox="1"/>
          <p:nvPr>
            <p:ph idx="3" type="body"/>
          </p:nvPr>
        </p:nvSpPr>
        <p:spPr>
          <a:xfrm>
            <a:off x="6097724" y="1954250"/>
            <a:ext cx="2614500" cy="2571600"/>
          </a:xfrm>
          <a:prstGeom prst="rect">
            <a:avLst/>
          </a:prstGeom>
          <a:solidFill>
            <a:schemeClr val="lt2"/>
          </a:solidFill>
        </p:spPr>
        <p:txBody>
          <a:bodyPr anchorCtr="0" anchor="t" bIns="91425" lIns="182875" spcFirstLastPara="1" rIns="182875" wrap="square" tIns="182875">
            <a:noAutofit/>
          </a:bodyPr>
          <a:lstStyle>
            <a:lvl1pPr indent="-317500" lvl="0" marL="457200" rtl="0">
              <a:spcBef>
                <a:spcPts val="0"/>
              </a:spcBef>
              <a:spcAft>
                <a:spcPts val="0"/>
              </a:spcAft>
              <a:buClr>
                <a:schemeClr val="accent3"/>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3"/>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3"/>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60" name="Google Shape;160;p23"/>
          <p:cNvSpPr txBox="1"/>
          <p:nvPr>
            <p:ph idx="4"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161" name="Google Shape;161;p23"/>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2" name="Google Shape;162;p23"/>
          <p:cNvSpPr txBox="1"/>
          <p:nvPr>
            <p:ph idx="5" type="subTitle"/>
          </p:nvPr>
        </p:nvSpPr>
        <p:spPr>
          <a:xfrm>
            <a:off x="431700" y="1146450"/>
            <a:ext cx="2614500" cy="807900"/>
          </a:xfrm>
          <a:prstGeom prst="rect">
            <a:avLst/>
          </a:prstGeom>
          <a:solidFill>
            <a:schemeClr val="accent1"/>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b="1">
                <a:solidFill>
                  <a:schemeClr val="lt1"/>
                </a:solidFill>
              </a:defRPr>
            </a:lvl1pPr>
            <a:lvl2pPr lvl="1" rtl="0" algn="ctr">
              <a:lnSpc>
                <a:spcPct val="100000"/>
              </a:lnSpc>
              <a:spcBef>
                <a:spcPts val="0"/>
              </a:spcBef>
              <a:spcAft>
                <a:spcPts val="0"/>
              </a:spcAft>
              <a:buClr>
                <a:schemeClr val="lt1"/>
              </a:buClr>
              <a:buSzPts val="1800"/>
              <a:buNone/>
              <a:defRPr b="1" sz="1800">
                <a:solidFill>
                  <a:schemeClr val="lt1"/>
                </a:solidFill>
              </a:defRPr>
            </a:lvl2pPr>
            <a:lvl3pPr lvl="2" rtl="0" algn="ctr">
              <a:lnSpc>
                <a:spcPct val="100000"/>
              </a:lnSpc>
              <a:spcBef>
                <a:spcPts val="0"/>
              </a:spcBef>
              <a:spcAft>
                <a:spcPts val="0"/>
              </a:spcAft>
              <a:buClr>
                <a:schemeClr val="lt1"/>
              </a:buClr>
              <a:buSzPts val="1800"/>
              <a:buNone/>
              <a:defRPr b="1" sz="1800">
                <a:solidFill>
                  <a:schemeClr val="lt1"/>
                </a:solidFill>
              </a:defRPr>
            </a:lvl3pPr>
            <a:lvl4pPr lvl="3" rtl="0" algn="ctr">
              <a:lnSpc>
                <a:spcPct val="100000"/>
              </a:lnSpc>
              <a:spcBef>
                <a:spcPts val="0"/>
              </a:spcBef>
              <a:spcAft>
                <a:spcPts val="0"/>
              </a:spcAft>
              <a:buClr>
                <a:schemeClr val="lt1"/>
              </a:buClr>
              <a:buSzPts val="1800"/>
              <a:buNone/>
              <a:defRPr b="1" sz="1800">
                <a:solidFill>
                  <a:schemeClr val="lt1"/>
                </a:solidFill>
              </a:defRPr>
            </a:lvl4pPr>
            <a:lvl5pPr lvl="4" rtl="0" algn="ctr">
              <a:lnSpc>
                <a:spcPct val="100000"/>
              </a:lnSpc>
              <a:spcBef>
                <a:spcPts val="0"/>
              </a:spcBef>
              <a:spcAft>
                <a:spcPts val="0"/>
              </a:spcAft>
              <a:buClr>
                <a:schemeClr val="lt1"/>
              </a:buClr>
              <a:buSzPts val="1800"/>
              <a:buNone/>
              <a:defRPr b="1" sz="1800">
                <a:solidFill>
                  <a:schemeClr val="lt1"/>
                </a:solidFill>
              </a:defRPr>
            </a:lvl5pPr>
            <a:lvl6pPr lvl="5" rtl="0" algn="ctr">
              <a:lnSpc>
                <a:spcPct val="100000"/>
              </a:lnSpc>
              <a:spcBef>
                <a:spcPts val="0"/>
              </a:spcBef>
              <a:spcAft>
                <a:spcPts val="0"/>
              </a:spcAft>
              <a:buClr>
                <a:schemeClr val="lt1"/>
              </a:buClr>
              <a:buSzPts val="1800"/>
              <a:buNone/>
              <a:defRPr b="1" sz="1800">
                <a:solidFill>
                  <a:schemeClr val="lt1"/>
                </a:solidFill>
              </a:defRPr>
            </a:lvl6pPr>
            <a:lvl7pPr lvl="6" rtl="0" algn="ctr">
              <a:lnSpc>
                <a:spcPct val="100000"/>
              </a:lnSpc>
              <a:spcBef>
                <a:spcPts val="0"/>
              </a:spcBef>
              <a:spcAft>
                <a:spcPts val="0"/>
              </a:spcAft>
              <a:buClr>
                <a:schemeClr val="lt1"/>
              </a:buClr>
              <a:buSzPts val="1800"/>
              <a:buNone/>
              <a:defRPr b="1" sz="1800">
                <a:solidFill>
                  <a:schemeClr val="lt1"/>
                </a:solidFill>
              </a:defRPr>
            </a:lvl7pPr>
            <a:lvl8pPr lvl="7" rtl="0" algn="ctr">
              <a:lnSpc>
                <a:spcPct val="100000"/>
              </a:lnSpc>
              <a:spcBef>
                <a:spcPts val="0"/>
              </a:spcBef>
              <a:spcAft>
                <a:spcPts val="0"/>
              </a:spcAft>
              <a:buClr>
                <a:schemeClr val="lt1"/>
              </a:buClr>
              <a:buSzPts val="1800"/>
              <a:buNone/>
              <a:defRPr b="1" sz="1800">
                <a:solidFill>
                  <a:schemeClr val="lt1"/>
                </a:solidFill>
              </a:defRPr>
            </a:lvl8pPr>
            <a:lvl9pPr lvl="8" rtl="0" algn="ctr">
              <a:lnSpc>
                <a:spcPct val="100000"/>
              </a:lnSpc>
              <a:spcBef>
                <a:spcPts val="0"/>
              </a:spcBef>
              <a:spcAft>
                <a:spcPts val="0"/>
              </a:spcAft>
              <a:buClr>
                <a:schemeClr val="lt1"/>
              </a:buClr>
              <a:buSzPts val="1800"/>
              <a:buNone/>
              <a:defRPr b="1" sz="1800">
                <a:solidFill>
                  <a:schemeClr val="lt1"/>
                </a:solidFill>
              </a:defRPr>
            </a:lvl9pPr>
          </a:lstStyle>
          <a:p/>
        </p:txBody>
      </p:sp>
      <p:sp>
        <p:nvSpPr>
          <p:cNvPr id="163" name="Google Shape;163;p23"/>
          <p:cNvSpPr txBox="1"/>
          <p:nvPr>
            <p:ph idx="6" type="subTitle"/>
          </p:nvPr>
        </p:nvSpPr>
        <p:spPr>
          <a:xfrm>
            <a:off x="3264750" y="1146450"/>
            <a:ext cx="2614500" cy="807900"/>
          </a:xfrm>
          <a:prstGeom prst="rect">
            <a:avLst/>
          </a:prstGeom>
          <a:solidFill>
            <a:schemeClr val="accent2"/>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b="1">
                <a:solidFill>
                  <a:schemeClr val="lt1"/>
                </a:solidFill>
              </a:defRPr>
            </a:lvl1pPr>
            <a:lvl2pPr lvl="1" rtl="0" algn="ctr">
              <a:lnSpc>
                <a:spcPct val="100000"/>
              </a:lnSpc>
              <a:spcBef>
                <a:spcPts val="0"/>
              </a:spcBef>
              <a:spcAft>
                <a:spcPts val="0"/>
              </a:spcAft>
              <a:buClr>
                <a:schemeClr val="lt1"/>
              </a:buClr>
              <a:buSzPts val="1800"/>
              <a:buNone/>
              <a:defRPr b="1" sz="1800">
                <a:solidFill>
                  <a:schemeClr val="lt1"/>
                </a:solidFill>
              </a:defRPr>
            </a:lvl2pPr>
            <a:lvl3pPr lvl="2" rtl="0" algn="ctr">
              <a:lnSpc>
                <a:spcPct val="100000"/>
              </a:lnSpc>
              <a:spcBef>
                <a:spcPts val="0"/>
              </a:spcBef>
              <a:spcAft>
                <a:spcPts val="0"/>
              </a:spcAft>
              <a:buClr>
                <a:schemeClr val="lt1"/>
              </a:buClr>
              <a:buSzPts val="1800"/>
              <a:buNone/>
              <a:defRPr b="1" sz="1800">
                <a:solidFill>
                  <a:schemeClr val="lt1"/>
                </a:solidFill>
              </a:defRPr>
            </a:lvl3pPr>
            <a:lvl4pPr lvl="3" rtl="0" algn="ctr">
              <a:lnSpc>
                <a:spcPct val="100000"/>
              </a:lnSpc>
              <a:spcBef>
                <a:spcPts val="0"/>
              </a:spcBef>
              <a:spcAft>
                <a:spcPts val="0"/>
              </a:spcAft>
              <a:buClr>
                <a:schemeClr val="lt1"/>
              </a:buClr>
              <a:buSzPts val="1800"/>
              <a:buNone/>
              <a:defRPr b="1" sz="1800">
                <a:solidFill>
                  <a:schemeClr val="lt1"/>
                </a:solidFill>
              </a:defRPr>
            </a:lvl4pPr>
            <a:lvl5pPr lvl="4" rtl="0" algn="ctr">
              <a:lnSpc>
                <a:spcPct val="100000"/>
              </a:lnSpc>
              <a:spcBef>
                <a:spcPts val="0"/>
              </a:spcBef>
              <a:spcAft>
                <a:spcPts val="0"/>
              </a:spcAft>
              <a:buClr>
                <a:schemeClr val="lt1"/>
              </a:buClr>
              <a:buSzPts val="1800"/>
              <a:buNone/>
              <a:defRPr b="1" sz="1800">
                <a:solidFill>
                  <a:schemeClr val="lt1"/>
                </a:solidFill>
              </a:defRPr>
            </a:lvl5pPr>
            <a:lvl6pPr lvl="5" rtl="0" algn="ctr">
              <a:lnSpc>
                <a:spcPct val="100000"/>
              </a:lnSpc>
              <a:spcBef>
                <a:spcPts val="0"/>
              </a:spcBef>
              <a:spcAft>
                <a:spcPts val="0"/>
              </a:spcAft>
              <a:buClr>
                <a:schemeClr val="lt1"/>
              </a:buClr>
              <a:buSzPts val="1800"/>
              <a:buNone/>
              <a:defRPr b="1" sz="1800">
                <a:solidFill>
                  <a:schemeClr val="lt1"/>
                </a:solidFill>
              </a:defRPr>
            </a:lvl6pPr>
            <a:lvl7pPr lvl="6" rtl="0" algn="ctr">
              <a:lnSpc>
                <a:spcPct val="100000"/>
              </a:lnSpc>
              <a:spcBef>
                <a:spcPts val="0"/>
              </a:spcBef>
              <a:spcAft>
                <a:spcPts val="0"/>
              </a:spcAft>
              <a:buClr>
                <a:schemeClr val="lt1"/>
              </a:buClr>
              <a:buSzPts val="1800"/>
              <a:buNone/>
              <a:defRPr b="1" sz="1800">
                <a:solidFill>
                  <a:schemeClr val="lt1"/>
                </a:solidFill>
              </a:defRPr>
            </a:lvl7pPr>
            <a:lvl8pPr lvl="7" rtl="0" algn="ctr">
              <a:lnSpc>
                <a:spcPct val="100000"/>
              </a:lnSpc>
              <a:spcBef>
                <a:spcPts val="0"/>
              </a:spcBef>
              <a:spcAft>
                <a:spcPts val="0"/>
              </a:spcAft>
              <a:buClr>
                <a:schemeClr val="lt1"/>
              </a:buClr>
              <a:buSzPts val="1800"/>
              <a:buNone/>
              <a:defRPr b="1" sz="1800">
                <a:solidFill>
                  <a:schemeClr val="lt1"/>
                </a:solidFill>
              </a:defRPr>
            </a:lvl8pPr>
            <a:lvl9pPr lvl="8" rtl="0" algn="ctr">
              <a:lnSpc>
                <a:spcPct val="100000"/>
              </a:lnSpc>
              <a:spcBef>
                <a:spcPts val="0"/>
              </a:spcBef>
              <a:spcAft>
                <a:spcPts val="0"/>
              </a:spcAft>
              <a:buClr>
                <a:schemeClr val="lt1"/>
              </a:buClr>
              <a:buSzPts val="1800"/>
              <a:buNone/>
              <a:defRPr b="1" sz="1800">
                <a:solidFill>
                  <a:schemeClr val="lt1"/>
                </a:solidFill>
              </a:defRPr>
            </a:lvl9pPr>
          </a:lstStyle>
          <a:p/>
        </p:txBody>
      </p:sp>
      <p:sp>
        <p:nvSpPr>
          <p:cNvPr id="164" name="Google Shape;164;p23"/>
          <p:cNvSpPr txBox="1"/>
          <p:nvPr>
            <p:ph idx="7" type="subTitle"/>
          </p:nvPr>
        </p:nvSpPr>
        <p:spPr>
          <a:xfrm>
            <a:off x="6097800" y="1146450"/>
            <a:ext cx="2614500" cy="807900"/>
          </a:xfrm>
          <a:prstGeom prst="rect">
            <a:avLst/>
          </a:prstGeom>
          <a:solidFill>
            <a:schemeClr val="accent3"/>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b="1">
                <a:solidFill>
                  <a:schemeClr val="lt1"/>
                </a:solidFill>
              </a:defRPr>
            </a:lvl1pPr>
            <a:lvl2pPr lvl="1" rtl="0" algn="ctr">
              <a:lnSpc>
                <a:spcPct val="100000"/>
              </a:lnSpc>
              <a:spcBef>
                <a:spcPts val="0"/>
              </a:spcBef>
              <a:spcAft>
                <a:spcPts val="0"/>
              </a:spcAft>
              <a:buClr>
                <a:schemeClr val="lt1"/>
              </a:buClr>
              <a:buSzPts val="1800"/>
              <a:buNone/>
              <a:defRPr b="1" sz="1800">
                <a:solidFill>
                  <a:schemeClr val="lt1"/>
                </a:solidFill>
              </a:defRPr>
            </a:lvl2pPr>
            <a:lvl3pPr lvl="2" rtl="0" algn="ctr">
              <a:lnSpc>
                <a:spcPct val="100000"/>
              </a:lnSpc>
              <a:spcBef>
                <a:spcPts val="0"/>
              </a:spcBef>
              <a:spcAft>
                <a:spcPts val="0"/>
              </a:spcAft>
              <a:buClr>
                <a:schemeClr val="lt1"/>
              </a:buClr>
              <a:buSzPts val="1800"/>
              <a:buNone/>
              <a:defRPr b="1" sz="1800">
                <a:solidFill>
                  <a:schemeClr val="lt1"/>
                </a:solidFill>
              </a:defRPr>
            </a:lvl3pPr>
            <a:lvl4pPr lvl="3" rtl="0" algn="ctr">
              <a:lnSpc>
                <a:spcPct val="100000"/>
              </a:lnSpc>
              <a:spcBef>
                <a:spcPts val="0"/>
              </a:spcBef>
              <a:spcAft>
                <a:spcPts val="0"/>
              </a:spcAft>
              <a:buClr>
                <a:schemeClr val="lt1"/>
              </a:buClr>
              <a:buSzPts val="1800"/>
              <a:buNone/>
              <a:defRPr b="1" sz="1800">
                <a:solidFill>
                  <a:schemeClr val="lt1"/>
                </a:solidFill>
              </a:defRPr>
            </a:lvl4pPr>
            <a:lvl5pPr lvl="4" rtl="0" algn="ctr">
              <a:lnSpc>
                <a:spcPct val="100000"/>
              </a:lnSpc>
              <a:spcBef>
                <a:spcPts val="0"/>
              </a:spcBef>
              <a:spcAft>
                <a:spcPts val="0"/>
              </a:spcAft>
              <a:buClr>
                <a:schemeClr val="lt1"/>
              </a:buClr>
              <a:buSzPts val="1800"/>
              <a:buNone/>
              <a:defRPr b="1" sz="1800">
                <a:solidFill>
                  <a:schemeClr val="lt1"/>
                </a:solidFill>
              </a:defRPr>
            </a:lvl5pPr>
            <a:lvl6pPr lvl="5" rtl="0" algn="ctr">
              <a:lnSpc>
                <a:spcPct val="100000"/>
              </a:lnSpc>
              <a:spcBef>
                <a:spcPts val="0"/>
              </a:spcBef>
              <a:spcAft>
                <a:spcPts val="0"/>
              </a:spcAft>
              <a:buClr>
                <a:schemeClr val="lt1"/>
              </a:buClr>
              <a:buSzPts val="1800"/>
              <a:buNone/>
              <a:defRPr b="1" sz="1800">
                <a:solidFill>
                  <a:schemeClr val="lt1"/>
                </a:solidFill>
              </a:defRPr>
            </a:lvl6pPr>
            <a:lvl7pPr lvl="6" rtl="0" algn="ctr">
              <a:lnSpc>
                <a:spcPct val="100000"/>
              </a:lnSpc>
              <a:spcBef>
                <a:spcPts val="0"/>
              </a:spcBef>
              <a:spcAft>
                <a:spcPts val="0"/>
              </a:spcAft>
              <a:buClr>
                <a:schemeClr val="lt1"/>
              </a:buClr>
              <a:buSzPts val="1800"/>
              <a:buNone/>
              <a:defRPr b="1" sz="1800">
                <a:solidFill>
                  <a:schemeClr val="lt1"/>
                </a:solidFill>
              </a:defRPr>
            </a:lvl7pPr>
            <a:lvl8pPr lvl="7" rtl="0" algn="ctr">
              <a:lnSpc>
                <a:spcPct val="100000"/>
              </a:lnSpc>
              <a:spcBef>
                <a:spcPts val="0"/>
              </a:spcBef>
              <a:spcAft>
                <a:spcPts val="0"/>
              </a:spcAft>
              <a:buClr>
                <a:schemeClr val="lt1"/>
              </a:buClr>
              <a:buSzPts val="1800"/>
              <a:buNone/>
              <a:defRPr b="1" sz="1800">
                <a:solidFill>
                  <a:schemeClr val="lt1"/>
                </a:solidFill>
              </a:defRPr>
            </a:lvl8pPr>
            <a:lvl9pPr lvl="8" rtl="0" algn="ctr">
              <a:lnSpc>
                <a:spcPct val="100000"/>
              </a:lnSpc>
              <a:spcBef>
                <a:spcPts val="0"/>
              </a:spcBef>
              <a:spcAft>
                <a:spcPts val="0"/>
              </a:spcAft>
              <a:buClr>
                <a:schemeClr val="lt1"/>
              </a:buClr>
              <a:buSzPts val="1800"/>
              <a:buNone/>
              <a:defRPr b="1" sz="18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_Title, 4 boxes">
  <p:cSld name="TITLE_ONLY_3_1_1">
    <p:spTree>
      <p:nvGrpSpPr>
        <p:cNvPr id="165" name="Shape 165"/>
        <p:cNvGrpSpPr/>
        <p:nvPr/>
      </p:nvGrpSpPr>
      <p:grpSpPr>
        <a:xfrm>
          <a:off x="0" y="0"/>
          <a:ext cx="0" cy="0"/>
          <a:chOff x="0" y="0"/>
          <a:chExt cx="0" cy="0"/>
        </a:xfrm>
      </p:grpSpPr>
      <p:sp>
        <p:nvSpPr>
          <p:cNvPr id="166" name="Google Shape;166;p24"/>
          <p:cNvSpPr txBox="1"/>
          <p:nvPr>
            <p:ph idx="1" type="body"/>
          </p:nvPr>
        </p:nvSpPr>
        <p:spPr>
          <a:xfrm>
            <a:off x="431725" y="1954250"/>
            <a:ext cx="1953300" cy="2571600"/>
          </a:xfrm>
          <a:prstGeom prst="rect">
            <a:avLst/>
          </a:prstGeom>
          <a:solidFill>
            <a:schemeClr val="lt2"/>
          </a:solidFill>
        </p:spPr>
        <p:txBody>
          <a:bodyPr anchorCtr="0" anchor="t" bIns="91425" lIns="182875" spcFirstLastPara="1" rIns="182875" wrap="square" tIns="182875">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67" name="Google Shape;167;p24"/>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8" name="Google Shape;168;p24"/>
          <p:cNvSpPr txBox="1"/>
          <p:nvPr>
            <p:ph idx="2" type="body"/>
          </p:nvPr>
        </p:nvSpPr>
        <p:spPr>
          <a:xfrm>
            <a:off x="2540879" y="1954250"/>
            <a:ext cx="1953300" cy="2571600"/>
          </a:xfrm>
          <a:prstGeom prst="rect">
            <a:avLst/>
          </a:prstGeom>
          <a:solidFill>
            <a:schemeClr val="lt2"/>
          </a:solidFill>
        </p:spPr>
        <p:txBody>
          <a:bodyPr anchorCtr="0" anchor="t" bIns="91425" lIns="182875" spcFirstLastPara="1" rIns="182875" wrap="square" tIns="182875">
            <a:noAutofit/>
          </a:bodyPr>
          <a:lstStyle>
            <a:lvl1pPr indent="-317500" lvl="0" marL="457200" rtl="0">
              <a:spcBef>
                <a:spcPts val="0"/>
              </a:spcBef>
              <a:spcAft>
                <a:spcPts val="0"/>
              </a:spcAft>
              <a:buClr>
                <a:schemeClr val="accent2"/>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2"/>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2"/>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69" name="Google Shape;169;p24"/>
          <p:cNvSpPr txBox="1"/>
          <p:nvPr>
            <p:ph idx="3" type="body"/>
          </p:nvPr>
        </p:nvSpPr>
        <p:spPr>
          <a:xfrm>
            <a:off x="4650033" y="1954250"/>
            <a:ext cx="1953300" cy="2571600"/>
          </a:xfrm>
          <a:prstGeom prst="rect">
            <a:avLst/>
          </a:prstGeom>
          <a:solidFill>
            <a:schemeClr val="lt2"/>
          </a:solidFill>
        </p:spPr>
        <p:txBody>
          <a:bodyPr anchorCtr="0" anchor="t" bIns="91425" lIns="182875" spcFirstLastPara="1" rIns="182875" wrap="square" tIns="182875">
            <a:noAutofit/>
          </a:bodyPr>
          <a:lstStyle>
            <a:lvl1pPr indent="-317500" lvl="0" marL="457200" rtl="0">
              <a:spcBef>
                <a:spcPts val="0"/>
              </a:spcBef>
              <a:spcAft>
                <a:spcPts val="0"/>
              </a:spcAft>
              <a:buClr>
                <a:schemeClr val="accent3"/>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3"/>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3"/>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70" name="Google Shape;170;p24"/>
          <p:cNvSpPr txBox="1"/>
          <p:nvPr>
            <p:ph idx="4" type="body"/>
          </p:nvPr>
        </p:nvSpPr>
        <p:spPr>
          <a:xfrm>
            <a:off x="6759187" y="1954225"/>
            <a:ext cx="1953300" cy="2571600"/>
          </a:xfrm>
          <a:prstGeom prst="rect">
            <a:avLst/>
          </a:prstGeom>
          <a:solidFill>
            <a:schemeClr val="lt2"/>
          </a:solidFill>
        </p:spPr>
        <p:txBody>
          <a:bodyPr anchorCtr="0" anchor="t" bIns="91425" lIns="182875" spcFirstLastPara="1" rIns="182875" wrap="square" tIns="182875">
            <a:noAutofit/>
          </a:bodyPr>
          <a:lstStyle>
            <a:lvl1pPr indent="-317500" lvl="0" marL="457200" rtl="0">
              <a:spcBef>
                <a:spcPts val="0"/>
              </a:spcBef>
              <a:spcAft>
                <a:spcPts val="0"/>
              </a:spcAft>
              <a:buClr>
                <a:schemeClr val="accent5"/>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5"/>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4"/>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71" name="Google Shape;171;p24"/>
          <p:cNvSpPr txBox="1"/>
          <p:nvPr>
            <p:ph idx="5"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172" name="Google Shape;172;p24"/>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3" name="Google Shape;173;p24"/>
          <p:cNvSpPr txBox="1"/>
          <p:nvPr>
            <p:ph idx="6" type="subTitle"/>
          </p:nvPr>
        </p:nvSpPr>
        <p:spPr>
          <a:xfrm>
            <a:off x="431700" y="1146450"/>
            <a:ext cx="1953300" cy="807900"/>
          </a:xfrm>
          <a:prstGeom prst="rect">
            <a:avLst/>
          </a:prstGeom>
          <a:solidFill>
            <a:schemeClr val="accent1"/>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b="1">
                <a:solidFill>
                  <a:schemeClr val="lt1"/>
                </a:solidFill>
              </a:defRPr>
            </a:lvl1pPr>
            <a:lvl2pPr lvl="1" rtl="0" algn="ctr">
              <a:lnSpc>
                <a:spcPct val="100000"/>
              </a:lnSpc>
              <a:spcBef>
                <a:spcPts val="0"/>
              </a:spcBef>
              <a:spcAft>
                <a:spcPts val="0"/>
              </a:spcAft>
              <a:buClr>
                <a:schemeClr val="lt1"/>
              </a:buClr>
              <a:buSzPts val="1800"/>
              <a:buNone/>
              <a:defRPr b="1" sz="1800">
                <a:solidFill>
                  <a:schemeClr val="lt1"/>
                </a:solidFill>
              </a:defRPr>
            </a:lvl2pPr>
            <a:lvl3pPr lvl="2" rtl="0" algn="ctr">
              <a:lnSpc>
                <a:spcPct val="100000"/>
              </a:lnSpc>
              <a:spcBef>
                <a:spcPts val="0"/>
              </a:spcBef>
              <a:spcAft>
                <a:spcPts val="0"/>
              </a:spcAft>
              <a:buClr>
                <a:schemeClr val="lt1"/>
              </a:buClr>
              <a:buSzPts val="1800"/>
              <a:buNone/>
              <a:defRPr b="1" sz="1800">
                <a:solidFill>
                  <a:schemeClr val="lt1"/>
                </a:solidFill>
              </a:defRPr>
            </a:lvl3pPr>
            <a:lvl4pPr lvl="3" rtl="0" algn="ctr">
              <a:lnSpc>
                <a:spcPct val="100000"/>
              </a:lnSpc>
              <a:spcBef>
                <a:spcPts val="0"/>
              </a:spcBef>
              <a:spcAft>
                <a:spcPts val="0"/>
              </a:spcAft>
              <a:buClr>
                <a:schemeClr val="lt1"/>
              </a:buClr>
              <a:buSzPts val="1800"/>
              <a:buNone/>
              <a:defRPr b="1" sz="1800">
                <a:solidFill>
                  <a:schemeClr val="lt1"/>
                </a:solidFill>
              </a:defRPr>
            </a:lvl4pPr>
            <a:lvl5pPr lvl="4" rtl="0" algn="ctr">
              <a:lnSpc>
                <a:spcPct val="100000"/>
              </a:lnSpc>
              <a:spcBef>
                <a:spcPts val="0"/>
              </a:spcBef>
              <a:spcAft>
                <a:spcPts val="0"/>
              </a:spcAft>
              <a:buClr>
                <a:schemeClr val="lt1"/>
              </a:buClr>
              <a:buSzPts val="1800"/>
              <a:buNone/>
              <a:defRPr b="1" sz="1800">
                <a:solidFill>
                  <a:schemeClr val="lt1"/>
                </a:solidFill>
              </a:defRPr>
            </a:lvl5pPr>
            <a:lvl6pPr lvl="5" rtl="0" algn="ctr">
              <a:lnSpc>
                <a:spcPct val="100000"/>
              </a:lnSpc>
              <a:spcBef>
                <a:spcPts val="0"/>
              </a:spcBef>
              <a:spcAft>
                <a:spcPts val="0"/>
              </a:spcAft>
              <a:buClr>
                <a:schemeClr val="lt1"/>
              </a:buClr>
              <a:buSzPts val="1800"/>
              <a:buNone/>
              <a:defRPr b="1" sz="1800">
                <a:solidFill>
                  <a:schemeClr val="lt1"/>
                </a:solidFill>
              </a:defRPr>
            </a:lvl6pPr>
            <a:lvl7pPr lvl="6" rtl="0" algn="ctr">
              <a:lnSpc>
                <a:spcPct val="100000"/>
              </a:lnSpc>
              <a:spcBef>
                <a:spcPts val="0"/>
              </a:spcBef>
              <a:spcAft>
                <a:spcPts val="0"/>
              </a:spcAft>
              <a:buClr>
                <a:schemeClr val="lt1"/>
              </a:buClr>
              <a:buSzPts val="1800"/>
              <a:buNone/>
              <a:defRPr b="1" sz="1800">
                <a:solidFill>
                  <a:schemeClr val="lt1"/>
                </a:solidFill>
              </a:defRPr>
            </a:lvl7pPr>
            <a:lvl8pPr lvl="7" rtl="0" algn="ctr">
              <a:lnSpc>
                <a:spcPct val="100000"/>
              </a:lnSpc>
              <a:spcBef>
                <a:spcPts val="0"/>
              </a:spcBef>
              <a:spcAft>
                <a:spcPts val="0"/>
              </a:spcAft>
              <a:buClr>
                <a:schemeClr val="lt1"/>
              </a:buClr>
              <a:buSzPts val="1800"/>
              <a:buNone/>
              <a:defRPr b="1" sz="1800">
                <a:solidFill>
                  <a:schemeClr val="lt1"/>
                </a:solidFill>
              </a:defRPr>
            </a:lvl8pPr>
            <a:lvl9pPr lvl="8" rtl="0" algn="ctr">
              <a:lnSpc>
                <a:spcPct val="100000"/>
              </a:lnSpc>
              <a:spcBef>
                <a:spcPts val="0"/>
              </a:spcBef>
              <a:spcAft>
                <a:spcPts val="0"/>
              </a:spcAft>
              <a:buClr>
                <a:schemeClr val="lt1"/>
              </a:buClr>
              <a:buSzPts val="1800"/>
              <a:buNone/>
              <a:defRPr b="1" sz="1800">
                <a:solidFill>
                  <a:schemeClr val="lt1"/>
                </a:solidFill>
              </a:defRPr>
            </a:lvl9pPr>
          </a:lstStyle>
          <a:p/>
        </p:txBody>
      </p:sp>
      <p:sp>
        <p:nvSpPr>
          <p:cNvPr id="174" name="Google Shape;174;p24"/>
          <p:cNvSpPr txBox="1"/>
          <p:nvPr>
            <p:ph idx="7" type="subTitle"/>
          </p:nvPr>
        </p:nvSpPr>
        <p:spPr>
          <a:xfrm>
            <a:off x="2540875" y="1146450"/>
            <a:ext cx="1953300" cy="807900"/>
          </a:xfrm>
          <a:prstGeom prst="rect">
            <a:avLst/>
          </a:prstGeom>
          <a:solidFill>
            <a:schemeClr val="accent2"/>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b="1">
                <a:solidFill>
                  <a:schemeClr val="lt1"/>
                </a:solidFill>
              </a:defRPr>
            </a:lvl1pPr>
            <a:lvl2pPr lvl="1" rtl="0" algn="ctr">
              <a:lnSpc>
                <a:spcPct val="100000"/>
              </a:lnSpc>
              <a:spcBef>
                <a:spcPts val="0"/>
              </a:spcBef>
              <a:spcAft>
                <a:spcPts val="0"/>
              </a:spcAft>
              <a:buClr>
                <a:schemeClr val="lt1"/>
              </a:buClr>
              <a:buSzPts val="1800"/>
              <a:buNone/>
              <a:defRPr b="1" sz="1800">
                <a:solidFill>
                  <a:schemeClr val="lt1"/>
                </a:solidFill>
              </a:defRPr>
            </a:lvl2pPr>
            <a:lvl3pPr lvl="2" rtl="0" algn="ctr">
              <a:lnSpc>
                <a:spcPct val="100000"/>
              </a:lnSpc>
              <a:spcBef>
                <a:spcPts val="0"/>
              </a:spcBef>
              <a:spcAft>
                <a:spcPts val="0"/>
              </a:spcAft>
              <a:buClr>
                <a:schemeClr val="lt1"/>
              </a:buClr>
              <a:buSzPts val="1800"/>
              <a:buNone/>
              <a:defRPr b="1" sz="1800">
                <a:solidFill>
                  <a:schemeClr val="lt1"/>
                </a:solidFill>
              </a:defRPr>
            </a:lvl3pPr>
            <a:lvl4pPr lvl="3" rtl="0" algn="ctr">
              <a:lnSpc>
                <a:spcPct val="100000"/>
              </a:lnSpc>
              <a:spcBef>
                <a:spcPts val="0"/>
              </a:spcBef>
              <a:spcAft>
                <a:spcPts val="0"/>
              </a:spcAft>
              <a:buClr>
                <a:schemeClr val="lt1"/>
              </a:buClr>
              <a:buSzPts val="1800"/>
              <a:buNone/>
              <a:defRPr b="1" sz="1800">
                <a:solidFill>
                  <a:schemeClr val="lt1"/>
                </a:solidFill>
              </a:defRPr>
            </a:lvl4pPr>
            <a:lvl5pPr lvl="4" rtl="0" algn="ctr">
              <a:lnSpc>
                <a:spcPct val="100000"/>
              </a:lnSpc>
              <a:spcBef>
                <a:spcPts val="0"/>
              </a:spcBef>
              <a:spcAft>
                <a:spcPts val="0"/>
              </a:spcAft>
              <a:buClr>
                <a:schemeClr val="lt1"/>
              </a:buClr>
              <a:buSzPts val="1800"/>
              <a:buNone/>
              <a:defRPr b="1" sz="1800">
                <a:solidFill>
                  <a:schemeClr val="lt1"/>
                </a:solidFill>
              </a:defRPr>
            </a:lvl5pPr>
            <a:lvl6pPr lvl="5" rtl="0" algn="ctr">
              <a:lnSpc>
                <a:spcPct val="100000"/>
              </a:lnSpc>
              <a:spcBef>
                <a:spcPts val="0"/>
              </a:spcBef>
              <a:spcAft>
                <a:spcPts val="0"/>
              </a:spcAft>
              <a:buClr>
                <a:schemeClr val="lt1"/>
              </a:buClr>
              <a:buSzPts val="1800"/>
              <a:buNone/>
              <a:defRPr b="1" sz="1800">
                <a:solidFill>
                  <a:schemeClr val="lt1"/>
                </a:solidFill>
              </a:defRPr>
            </a:lvl6pPr>
            <a:lvl7pPr lvl="6" rtl="0" algn="ctr">
              <a:lnSpc>
                <a:spcPct val="100000"/>
              </a:lnSpc>
              <a:spcBef>
                <a:spcPts val="0"/>
              </a:spcBef>
              <a:spcAft>
                <a:spcPts val="0"/>
              </a:spcAft>
              <a:buClr>
                <a:schemeClr val="lt1"/>
              </a:buClr>
              <a:buSzPts val="1800"/>
              <a:buNone/>
              <a:defRPr b="1" sz="1800">
                <a:solidFill>
                  <a:schemeClr val="lt1"/>
                </a:solidFill>
              </a:defRPr>
            </a:lvl7pPr>
            <a:lvl8pPr lvl="7" rtl="0" algn="ctr">
              <a:lnSpc>
                <a:spcPct val="100000"/>
              </a:lnSpc>
              <a:spcBef>
                <a:spcPts val="0"/>
              </a:spcBef>
              <a:spcAft>
                <a:spcPts val="0"/>
              </a:spcAft>
              <a:buClr>
                <a:schemeClr val="lt1"/>
              </a:buClr>
              <a:buSzPts val="1800"/>
              <a:buNone/>
              <a:defRPr b="1" sz="1800">
                <a:solidFill>
                  <a:schemeClr val="lt1"/>
                </a:solidFill>
              </a:defRPr>
            </a:lvl8pPr>
            <a:lvl9pPr lvl="8" rtl="0" algn="ctr">
              <a:lnSpc>
                <a:spcPct val="100000"/>
              </a:lnSpc>
              <a:spcBef>
                <a:spcPts val="0"/>
              </a:spcBef>
              <a:spcAft>
                <a:spcPts val="0"/>
              </a:spcAft>
              <a:buClr>
                <a:schemeClr val="lt1"/>
              </a:buClr>
              <a:buSzPts val="1800"/>
              <a:buNone/>
              <a:defRPr b="1" sz="1800">
                <a:solidFill>
                  <a:schemeClr val="lt1"/>
                </a:solidFill>
              </a:defRPr>
            </a:lvl9pPr>
          </a:lstStyle>
          <a:p/>
        </p:txBody>
      </p:sp>
      <p:sp>
        <p:nvSpPr>
          <p:cNvPr id="175" name="Google Shape;175;p24"/>
          <p:cNvSpPr txBox="1"/>
          <p:nvPr>
            <p:ph idx="8" type="subTitle"/>
          </p:nvPr>
        </p:nvSpPr>
        <p:spPr>
          <a:xfrm>
            <a:off x="4650025" y="1146450"/>
            <a:ext cx="1953300" cy="807900"/>
          </a:xfrm>
          <a:prstGeom prst="rect">
            <a:avLst/>
          </a:prstGeom>
          <a:solidFill>
            <a:schemeClr val="accent3"/>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b="1">
                <a:solidFill>
                  <a:schemeClr val="lt1"/>
                </a:solidFill>
              </a:defRPr>
            </a:lvl1pPr>
            <a:lvl2pPr lvl="1" rtl="0" algn="ctr">
              <a:lnSpc>
                <a:spcPct val="100000"/>
              </a:lnSpc>
              <a:spcBef>
                <a:spcPts val="0"/>
              </a:spcBef>
              <a:spcAft>
                <a:spcPts val="0"/>
              </a:spcAft>
              <a:buClr>
                <a:schemeClr val="lt1"/>
              </a:buClr>
              <a:buSzPts val="1800"/>
              <a:buNone/>
              <a:defRPr b="1" sz="1800">
                <a:solidFill>
                  <a:schemeClr val="lt1"/>
                </a:solidFill>
              </a:defRPr>
            </a:lvl2pPr>
            <a:lvl3pPr lvl="2" rtl="0" algn="ctr">
              <a:lnSpc>
                <a:spcPct val="100000"/>
              </a:lnSpc>
              <a:spcBef>
                <a:spcPts val="0"/>
              </a:spcBef>
              <a:spcAft>
                <a:spcPts val="0"/>
              </a:spcAft>
              <a:buClr>
                <a:schemeClr val="lt1"/>
              </a:buClr>
              <a:buSzPts val="1800"/>
              <a:buNone/>
              <a:defRPr b="1" sz="1800">
                <a:solidFill>
                  <a:schemeClr val="lt1"/>
                </a:solidFill>
              </a:defRPr>
            </a:lvl3pPr>
            <a:lvl4pPr lvl="3" rtl="0" algn="ctr">
              <a:lnSpc>
                <a:spcPct val="100000"/>
              </a:lnSpc>
              <a:spcBef>
                <a:spcPts val="0"/>
              </a:spcBef>
              <a:spcAft>
                <a:spcPts val="0"/>
              </a:spcAft>
              <a:buClr>
                <a:schemeClr val="lt1"/>
              </a:buClr>
              <a:buSzPts val="1800"/>
              <a:buNone/>
              <a:defRPr b="1" sz="1800">
                <a:solidFill>
                  <a:schemeClr val="lt1"/>
                </a:solidFill>
              </a:defRPr>
            </a:lvl4pPr>
            <a:lvl5pPr lvl="4" rtl="0" algn="ctr">
              <a:lnSpc>
                <a:spcPct val="100000"/>
              </a:lnSpc>
              <a:spcBef>
                <a:spcPts val="0"/>
              </a:spcBef>
              <a:spcAft>
                <a:spcPts val="0"/>
              </a:spcAft>
              <a:buClr>
                <a:schemeClr val="lt1"/>
              </a:buClr>
              <a:buSzPts val="1800"/>
              <a:buNone/>
              <a:defRPr b="1" sz="1800">
                <a:solidFill>
                  <a:schemeClr val="lt1"/>
                </a:solidFill>
              </a:defRPr>
            </a:lvl5pPr>
            <a:lvl6pPr lvl="5" rtl="0" algn="ctr">
              <a:lnSpc>
                <a:spcPct val="100000"/>
              </a:lnSpc>
              <a:spcBef>
                <a:spcPts val="0"/>
              </a:spcBef>
              <a:spcAft>
                <a:spcPts val="0"/>
              </a:spcAft>
              <a:buClr>
                <a:schemeClr val="lt1"/>
              </a:buClr>
              <a:buSzPts val="1800"/>
              <a:buNone/>
              <a:defRPr b="1" sz="1800">
                <a:solidFill>
                  <a:schemeClr val="lt1"/>
                </a:solidFill>
              </a:defRPr>
            </a:lvl6pPr>
            <a:lvl7pPr lvl="6" rtl="0" algn="ctr">
              <a:lnSpc>
                <a:spcPct val="100000"/>
              </a:lnSpc>
              <a:spcBef>
                <a:spcPts val="0"/>
              </a:spcBef>
              <a:spcAft>
                <a:spcPts val="0"/>
              </a:spcAft>
              <a:buClr>
                <a:schemeClr val="lt1"/>
              </a:buClr>
              <a:buSzPts val="1800"/>
              <a:buNone/>
              <a:defRPr b="1" sz="1800">
                <a:solidFill>
                  <a:schemeClr val="lt1"/>
                </a:solidFill>
              </a:defRPr>
            </a:lvl7pPr>
            <a:lvl8pPr lvl="7" rtl="0" algn="ctr">
              <a:lnSpc>
                <a:spcPct val="100000"/>
              </a:lnSpc>
              <a:spcBef>
                <a:spcPts val="0"/>
              </a:spcBef>
              <a:spcAft>
                <a:spcPts val="0"/>
              </a:spcAft>
              <a:buClr>
                <a:schemeClr val="lt1"/>
              </a:buClr>
              <a:buSzPts val="1800"/>
              <a:buNone/>
              <a:defRPr b="1" sz="1800">
                <a:solidFill>
                  <a:schemeClr val="lt1"/>
                </a:solidFill>
              </a:defRPr>
            </a:lvl8pPr>
            <a:lvl9pPr lvl="8" rtl="0" algn="ctr">
              <a:lnSpc>
                <a:spcPct val="100000"/>
              </a:lnSpc>
              <a:spcBef>
                <a:spcPts val="0"/>
              </a:spcBef>
              <a:spcAft>
                <a:spcPts val="0"/>
              </a:spcAft>
              <a:buClr>
                <a:schemeClr val="lt1"/>
              </a:buClr>
              <a:buSzPts val="1800"/>
              <a:buNone/>
              <a:defRPr b="1" sz="1800">
                <a:solidFill>
                  <a:schemeClr val="lt1"/>
                </a:solidFill>
              </a:defRPr>
            </a:lvl9pPr>
          </a:lstStyle>
          <a:p/>
        </p:txBody>
      </p:sp>
      <p:sp>
        <p:nvSpPr>
          <p:cNvPr id="176" name="Google Shape;176;p24"/>
          <p:cNvSpPr txBox="1"/>
          <p:nvPr>
            <p:ph idx="9" type="subTitle"/>
          </p:nvPr>
        </p:nvSpPr>
        <p:spPr>
          <a:xfrm>
            <a:off x="6759175" y="1146450"/>
            <a:ext cx="1953300" cy="807900"/>
          </a:xfrm>
          <a:prstGeom prst="rect">
            <a:avLst/>
          </a:prstGeom>
          <a:solidFill>
            <a:schemeClr val="accent5"/>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b="1">
                <a:solidFill>
                  <a:schemeClr val="lt1"/>
                </a:solidFill>
              </a:defRPr>
            </a:lvl1pPr>
            <a:lvl2pPr lvl="1" rtl="0" algn="ctr">
              <a:lnSpc>
                <a:spcPct val="100000"/>
              </a:lnSpc>
              <a:spcBef>
                <a:spcPts val="0"/>
              </a:spcBef>
              <a:spcAft>
                <a:spcPts val="0"/>
              </a:spcAft>
              <a:buClr>
                <a:schemeClr val="lt1"/>
              </a:buClr>
              <a:buSzPts val="1800"/>
              <a:buNone/>
              <a:defRPr b="1" sz="1800">
                <a:solidFill>
                  <a:schemeClr val="lt1"/>
                </a:solidFill>
              </a:defRPr>
            </a:lvl2pPr>
            <a:lvl3pPr lvl="2" rtl="0" algn="ctr">
              <a:lnSpc>
                <a:spcPct val="100000"/>
              </a:lnSpc>
              <a:spcBef>
                <a:spcPts val="0"/>
              </a:spcBef>
              <a:spcAft>
                <a:spcPts val="0"/>
              </a:spcAft>
              <a:buClr>
                <a:schemeClr val="lt1"/>
              </a:buClr>
              <a:buSzPts val="1800"/>
              <a:buNone/>
              <a:defRPr b="1" sz="1800">
                <a:solidFill>
                  <a:schemeClr val="lt1"/>
                </a:solidFill>
              </a:defRPr>
            </a:lvl3pPr>
            <a:lvl4pPr lvl="3" rtl="0" algn="ctr">
              <a:lnSpc>
                <a:spcPct val="100000"/>
              </a:lnSpc>
              <a:spcBef>
                <a:spcPts val="0"/>
              </a:spcBef>
              <a:spcAft>
                <a:spcPts val="0"/>
              </a:spcAft>
              <a:buClr>
                <a:schemeClr val="lt1"/>
              </a:buClr>
              <a:buSzPts val="1800"/>
              <a:buNone/>
              <a:defRPr b="1" sz="1800">
                <a:solidFill>
                  <a:schemeClr val="lt1"/>
                </a:solidFill>
              </a:defRPr>
            </a:lvl4pPr>
            <a:lvl5pPr lvl="4" rtl="0" algn="ctr">
              <a:lnSpc>
                <a:spcPct val="100000"/>
              </a:lnSpc>
              <a:spcBef>
                <a:spcPts val="0"/>
              </a:spcBef>
              <a:spcAft>
                <a:spcPts val="0"/>
              </a:spcAft>
              <a:buClr>
                <a:schemeClr val="lt1"/>
              </a:buClr>
              <a:buSzPts val="1800"/>
              <a:buNone/>
              <a:defRPr b="1" sz="1800">
                <a:solidFill>
                  <a:schemeClr val="lt1"/>
                </a:solidFill>
              </a:defRPr>
            </a:lvl5pPr>
            <a:lvl6pPr lvl="5" rtl="0" algn="ctr">
              <a:lnSpc>
                <a:spcPct val="100000"/>
              </a:lnSpc>
              <a:spcBef>
                <a:spcPts val="0"/>
              </a:spcBef>
              <a:spcAft>
                <a:spcPts val="0"/>
              </a:spcAft>
              <a:buClr>
                <a:schemeClr val="lt1"/>
              </a:buClr>
              <a:buSzPts val="1800"/>
              <a:buNone/>
              <a:defRPr b="1" sz="1800">
                <a:solidFill>
                  <a:schemeClr val="lt1"/>
                </a:solidFill>
              </a:defRPr>
            </a:lvl6pPr>
            <a:lvl7pPr lvl="6" rtl="0" algn="ctr">
              <a:lnSpc>
                <a:spcPct val="100000"/>
              </a:lnSpc>
              <a:spcBef>
                <a:spcPts val="0"/>
              </a:spcBef>
              <a:spcAft>
                <a:spcPts val="0"/>
              </a:spcAft>
              <a:buClr>
                <a:schemeClr val="lt1"/>
              </a:buClr>
              <a:buSzPts val="1800"/>
              <a:buNone/>
              <a:defRPr b="1" sz="1800">
                <a:solidFill>
                  <a:schemeClr val="lt1"/>
                </a:solidFill>
              </a:defRPr>
            </a:lvl7pPr>
            <a:lvl8pPr lvl="7" rtl="0" algn="ctr">
              <a:lnSpc>
                <a:spcPct val="100000"/>
              </a:lnSpc>
              <a:spcBef>
                <a:spcPts val="0"/>
              </a:spcBef>
              <a:spcAft>
                <a:spcPts val="0"/>
              </a:spcAft>
              <a:buClr>
                <a:schemeClr val="lt1"/>
              </a:buClr>
              <a:buSzPts val="1800"/>
              <a:buNone/>
              <a:defRPr b="1" sz="1800">
                <a:solidFill>
                  <a:schemeClr val="lt1"/>
                </a:solidFill>
              </a:defRPr>
            </a:lvl8pPr>
            <a:lvl9pPr lvl="8" rtl="0" algn="ctr">
              <a:lnSpc>
                <a:spcPct val="100000"/>
              </a:lnSpc>
              <a:spcBef>
                <a:spcPts val="0"/>
              </a:spcBef>
              <a:spcAft>
                <a:spcPts val="0"/>
              </a:spcAft>
              <a:buClr>
                <a:schemeClr val="lt1"/>
              </a:buClr>
              <a:buSzPts val="1800"/>
              <a:buNone/>
              <a:defRPr b="1" sz="1800">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_1 circle image, subtitle, body">
  <p:cSld name="TITLE_ONLY_1_1_4">
    <p:spTree>
      <p:nvGrpSpPr>
        <p:cNvPr id="177" name="Shape 177"/>
        <p:cNvGrpSpPr/>
        <p:nvPr/>
      </p:nvGrpSpPr>
      <p:grpSpPr>
        <a:xfrm>
          <a:off x="0" y="0"/>
          <a:ext cx="0" cy="0"/>
          <a:chOff x="0" y="0"/>
          <a:chExt cx="0" cy="0"/>
        </a:xfrm>
      </p:grpSpPr>
      <p:sp>
        <p:nvSpPr>
          <p:cNvPr id="178" name="Google Shape;178;p25"/>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5"/>
          <p:cNvSpPr/>
          <p:nvPr>
            <p:ph idx="2" type="pic"/>
          </p:nvPr>
        </p:nvSpPr>
        <p:spPr>
          <a:xfrm>
            <a:off x="1379590" y="1397850"/>
            <a:ext cx="2734800" cy="2734500"/>
          </a:xfrm>
          <a:prstGeom prst="ellipse">
            <a:avLst/>
          </a:prstGeom>
          <a:noFill/>
          <a:ln>
            <a:noFill/>
          </a:ln>
        </p:spPr>
      </p:sp>
      <p:sp>
        <p:nvSpPr>
          <p:cNvPr id="180" name="Google Shape;180;p25"/>
          <p:cNvSpPr txBox="1"/>
          <p:nvPr>
            <p:ph idx="1" type="body"/>
          </p:nvPr>
        </p:nvSpPr>
        <p:spPr>
          <a:xfrm>
            <a:off x="4491000" y="2254950"/>
            <a:ext cx="3275400" cy="15111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181" name="Google Shape;181;p25"/>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2" name="Google Shape;182;p25"/>
          <p:cNvSpPr txBox="1"/>
          <p:nvPr>
            <p:ph idx="3" type="subTitle"/>
          </p:nvPr>
        </p:nvSpPr>
        <p:spPr>
          <a:xfrm>
            <a:off x="4491000" y="1756925"/>
            <a:ext cx="3275400" cy="323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b="1" sz="1800">
                <a:solidFill>
                  <a:schemeClr val="accent1"/>
                </a:solidFill>
              </a:defRPr>
            </a:lvl1pPr>
            <a:lvl2pPr lvl="1" rtl="0">
              <a:lnSpc>
                <a:spcPct val="100000"/>
              </a:lnSpc>
              <a:spcBef>
                <a:spcPts val="0"/>
              </a:spcBef>
              <a:spcAft>
                <a:spcPts val="0"/>
              </a:spcAft>
              <a:buSzPts val="1800"/>
              <a:buNone/>
              <a:defRPr b="1" sz="1800">
                <a:solidFill>
                  <a:schemeClr val="accent1"/>
                </a:solidFill>
              </a:defRPr>
            </a:lvl2pPr>
            <a:lvl3pPr lvl="2" rtl="0">
              <a:lnSpc>
                <a:spcPct val="100000"/>
              </a:lnSpc>
              <a:spcBef>
                <a:spcPts val="0"/>
              </a:spcBef>
              <a:spcAft>
                <a:spcPts val="0"/>
              </a:spcAft>
              <a:buSzPts val="1800"/>
              <a:buNone/>
              <a:defRPr b="1" sz="1800">
                <a:solidFill>
                  <a:schemeClr val="accent1"/>
                </a:solidFill>
              </a:defRPr>
            </a:lvl3pPr>
            <a:lvl4pPr lvl="3" rtl="0">
              <a:lnSpc>
                <a:spcPct val="100000"/>
              </a:lnSpc>
              <a:spcBef>
                <a:spcPts val="0"/>
              </a:spcBef>
              <a:spcAft>
                <a:spcPts val="0"/>
              </a:spcAft>
              <a:buSzPts val="1800"/>
              <a:buNone/>
              <a:defRPr b="1" sz="1800">
                <a:solidFill>
                  <a:schemeClr val="accent1"/>
                </a:solidFill>
              </a:defRPr>
            </a:lvl4pPr>
            <a:lvl5pPr lvl="4" rtl="0">
              <a:lnSpc>
                <a:spcPct val="100000"/>
              </a:lnSpc>
              <a:spcBef>
                <a:spcPts val="0"/>
              </a:spcBef>
              <a:spcAft>
                <a:spcPts val="0"/>
              </a:spcAft>
              <a:buSzPts val="1800"/>
              <a:buNone/>
              <a:defRPr b="1" sz="1800">
                <a:solidFill>
                  <a:schemeClr val="accent1"/>
                </a:solidFill>
              </a:defRPr>
            </a:lvl5pPr>
            <a:lvl6pPr lvl="5" rtl="0">
              <a:lnSpc>
                <a:spcPct val="100000"/>
              </a:lnSpc>
              <a:spcBef>
                <a:spcPts val="0"/>
              </a:spcBef>
              <a:spcAft>
                <a:spcPts val="0"/>
              </a:spcAft>
              <a:buSzPts val="1800"/>
              <a:buNone/>
              <a:defRPr b="1" sz="1800">
                <a:solidFill>
                  <a:schemeClr val="accent1"/>
                </a:solidFill>
              </a:defRPr>
            </a:lvl6pPr>
            <a:lvl7pPr lvl="6" rtl="0">
              <a:lnSpc>
                <a:spcPct val="100000"/>
              </a:lnSpc>
              <a:spcBef>
                <a:spcPts val="0"/>
              </a:spcBef>
              <a:spcAft>
                <a:spcPts val="0"/>
              </a:spcAft>
              <a:buSzPts val="1800"/>
              <a:buNone/>
              <a:defRPr b="1" sz="1800">
                <a:solidFill>
                  <a:schemeClr val="accent1"/>
                </a:solidFill>
              </a:defRPr>
            </a:lvl7pPr>
            <a:lvl8pPr lvl="7" rtl="0">
              <a:lnSpc>
                <a:spcPct val="100000"/>
              </a:lnSpc>
              <a:spcBef>
                <a:spcPts val="0"/>
              </a:spcBef>
              <a:spcAft>
                <a:spcPts val="0"/>
              </a:spcAft>
              <a:buSzPts val="1800"/>
              <a:buNone/>
              <a:defRPr b="1" sz="1800">
                <a:solidFill>
                  <a:schemeClr val="accent1"/>
                </a:solidFill>
              </a:defRPr>
            </a:lvl8pPr>
            <a:lvl9pPr lvl="8" rtl="0">
              <a:lnSpc>
                <a:spcPct val="100000"/>
              </a:lnSpc>
              <a:spcBef>
                <a:spcPts val="0"/>
              </a:spcBef>
              <a:spcAft>
                <a:spcPts val="0"/>
              </a:spcAft>
              <a:buSzPts val="1800"/>
              <a:buNone/>
              <a:defRPr b="1" sz="1800">
                <a:solidFill>
                  <a:schemeClr val="accent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_2 circle images, subtitle, body">
  <p:cSld name="TITLE_ONLY_1_1_3_1">
    <p:spTree>
      <p:nvGrpSpPr>
        <p:cNvPr id="183" name="Shape 183"/>
        <p:cNvGrpSpPr/>
        <p:nvPr/>
      </p:nvGrpSpPr>
      <p:grpSpPr>
        <a:xfrm>
          <a:off x="0" y="0"/>
          <a:ext cx="0" cy="0"/>
          <a:chOff x="0" y="0"/>
          <a:chExt cx="0" cy="0"/>
        </a:xfrm>
      </p:grpSpPr>
      <p:sp>
        <p:nvSpPr>
          <p:cNvPr id="184" name="Google Shape;184;p26"/>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6"/>
          <p:cNvSpPr/>
          <p:nvPr>
            <p:ph idx="2" type="pic"/>
          </p:nvPr>
        </p:nvSpPr>
        <p:spPr>
          <a:xfrm>
            <a:off x="2030794" y="1138525"/>
            <a:ext cx="1884300" cy="1884000"/>
          </a:xfrm>
          <a:prstGeom prst="ellipse">
            <a:avLst/>
          </a:prstGeom>
          <a:noFill/>
          <a:ln>
            <a:noFill/>
          </a:ln>
        </p:spPr>
      </p:sp>
      <p:sp>
        <p:nvSpPr>
          <p:cNvPr id="186" name="Google Shape;186;p26"/>
          <p:cNvSpPr/>
          <p:nvPr>
            <p:ph idx="3" type="pic"/>
          </p:nvPr>
        </p:nvSpPr>
        <p:spPr>
          <a:xfrm>
            <a:off x="5228972" y="1138525"/>
            <a:ext cx="1884300" cy="1884000"/>
          </a:xfrm>
          <a:prstGeom prst="ellipse">
            <a:avLst/>
          </a:prstGeom>
          <a:noFill/>
          <a:ln>
            <a:noFill/>
          </a:ln>
        </p:spPr>
      </p:sp>
      <p:sp>
        <p:nvSpPr>
          <p:cNvPr id="187" name="Google Shape;187;p26"/>
          <p:cNvSpPr txBox="1"/>
          <p:nvPr>
            <p:ph idx="1" type="body"/>
          </p:nvPr>
        </p:nvSpPr>
        <p:spPr>
          <a:xfrm>
            <a:off x="2030800" y="3598325"/>
            <a:ext cx="1884300" cy="7650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1000"/>
              </a:spcBef>
              <a:spcAft>
                <a:spcPts val="0"/>
              </a:spcAft>
              <a:buSzPts val="1200"/>
              <a:buChar char="●"/>
              <a:defRPr sz="12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188" name="Google Shape;188;p26"/>
          <p:cNvSpPr txBox="1"/>
          <p:nvPr>
            <p:ph idx="4" type="body"/>
          </p:nvPr>
        </p:nvSpPr>
        <p:spPr>
          <a:xfrm>
            <a:off x="5228975" y="3598325"/>
            <a:ext cx="1884300" cy="7650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1000"/>
              </a:spcBef>
              <a:spcAft>
                <a:spcPts val="0"/>
              </a:spcAft>
              <a:buSzPts val="1200"/>
              <a:buChar char="●"/>
              <a:defRPr sz="12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189" name="Google Shape;189;p26"/>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0" name="Google Shape;190;p26"/>
          <p:cNvSpPr txBox="1"/>
          <p:nvPr>
            <p:ph idx="5" type="subTitle"/>
          </p:nvPr>
        </p:nvSpPr>
        <p:spPr>
          <a:xfrm>
            <a:off x="2030800" y="3275225"/>
            <a:ext cx="1884300" cy="323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400"/>
              <a:buNone/>
              <a:defRPr b="1" sz="1400">
                <a:solidFill>
                  <a:schemeClr val="accent1"/>
                </a:solidFill>
              </a:defRPr>
            </a:lvl1pPr>
            <a:lvl2pPr lvl="1" rtl="0">
              <a:lnSpc>
                <a:spcPct val="100000"/>
              </a:lnSpc>
              <a:spcBef>
                <a:spcPts val="0"/>
              </a:spcBef>
              <a:spcAft>
                <a:spcPts val="0"/>
              </a:spcAft>
              <a:buSzPts val="1400"/>
              <a:buNone/>
              <a:defRPr b="1" sz="1400">
                <a:solidFill>
                  <a:schemeClr val="accent1"/>
                </a:solidFill>
              </a:defRPr>
            </a:lvl2pPr>
            <a:lvl3pPr lvl="2" rtl="0">
              <a:lnSpc>
                <a:spcPct val="100000"/>
              </a:lnSpc>
              <a:spcBef>
                <a:spcPts val="0"/>
              </a:spcBef>
              <a:spcAft>
                <a:spcPts val="0"/>
              </a:spcAft>
              <a:buSzPts val="1400"/>
              <a:buNone/>
              <a:defRPr b="1" sz="1400">
                <a:solidFill>
                  <a:schemeClr val="accent1"/>
                </a:solidFill>
              </a:defRPr>
            </a:lvl3pPr>
            <a:lvl4pPr lvl="3" rtl="0">
              <a:lnSpc>
                <a:spcPct val="100000"/>
              </a:lnSpc>
              <a:spcBef>
                <a:spcPts val="0"/>
              </a:spcBef>
              <a:spcAft>
                <a:spcPts val="0"/>
              </a:spcAft>
              <a:buSzPts val="1400"/>
              <a:buNone/>
              <a:defRPr b="1" sz="1400">
                <a:solidFill>
                  <a:schemeClr val="accent1"/>
                </a:solidFill>
              </a:defRPr>
            </a:lvl4pPr>
            <a:lvl5pPr lvl="4" rtl="0">
              <a:lnSpc>
                <a:spcPct val="100000"/>
              </a:lnSpc>
              <a:spcBef>
                <a:spcPts val="0"/>
              </a:spcBef>
              <a:spcAft>
                <a:spcPts val="0"/>
              </a:spcAft>
              <a:buSzPts val="1400"/>
              <a:buNone/>
              <a:defRPr b="1" sz="1400">
                <a:solidFill>
                  <a:schemeClr val="accent1"/>
                </a:solidFill>
              </a:defRPr>
            </a:lvl5pPr>
            <a:lvl6pPr lvl="5" rtl="0">
              <a:lnSpc>
                <a:spcPct val="100000"/>
              </a:lnSpc>
              <a:spcBef>
                <a:spcPts val="0"/>
              </a:spcBef>
              <a:spcAft>
                <a:spcPts val="0"/>
              </a:spcAft>
              <a:buSzPts val="1400"/>
              <a:buNone/>
              <a:defRPr b="1" sz="1400">
                <a:solidFill>
                  <a:schemeClr val="accent1"/>
                </a:solidFill>
              </a:defRPr>
            </a:lvl6pPr>
            <a:lvl7pPr lvl="6" rtl="0">
              <a:lnSpc>
                <a:spcPct val="100000"/>
              </a:lnSpc>
              <a:spcBef>
                <a:spcPts val="0"/>
              </a:spcBef>
              <a:spcAft>
                <a:spcPts val="0"/>
              </a:spcAft>
              <a:buSzPts val="1400"/>
              <a:buNone/>
              <a:defRPr b="1" sz="1400">
                <a:solidFill>
                  <a:schemeClr val="accent1"/>
                </a:solidFill>
              </a:defRPr>
            </a:lvl7pPr>
            <a:lvl8pPr lvl="7" rtl="0">
              <a:lnSpc>
                <a:spcPct val="100000"/>
              </a:lnSpc>
              <a:spcBef>
                <a:spcPts val="0"/>
              </a:spcBef>
              <a:spcAft>
                <a:spcPts val="0"/>
              </a:spcAft>
              <a:buSzPts val="1400"/>
              <a:buNone/>
              <a:defRPr b="1" sz="1400">
                <a:solidFill>
                  <a:schemeClr val="accent1"/>
                </a:solidFill>
              </a:defRPr>
            </a:lvl8pPr>
            <a:lvl9pPr lvl="8" rtl="0">
              <a:lnSpc>
                <a:spcPct val="100000"/>
              </a:lnSpc>
              <a:spcBef>
                <a:spcPts val="0"/>
              </a:spcBef>
              <a:spcAft>
                <a:spcPts val="0"/>
              </a:spcAft>
              <a:buSzPts val="1400"/>
              <a:buNone/>
              <a:defRPr b="1" sz="1400">
                <a:solidFill>
                  <a:schemeClr val="accent1"/>
                </a:solidFill>
              </a:defRPr>
            </a:lvl9pPr>
          </a:lstStyle>
          <a:p/>
        </p:txBody>
      </p:sp>
      <p:sp>
        <p:nvSpPr>
          <p:cNvPr id="191" name="Google Shape;191;p26"/>
          <p:cNvSpPr txBox="1"/>
          <p:nvPr>
            <p:ph idx="6" type="subTitle"/>
          </p:nvPr>
        </p:nvSpPr>
        <p:spPr>
          <a:xfrm>
            <a:off x="5228975" y="3275225"/>
            <a:ext cx="1884300" cy="323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400"/>
              <a:buNone/>
              <a:defRPr b="1" sz="1400">
                <a:solidFill>
                  <a:schemeClr val="accent1"/>
                </a:solidFill>
              </a:defRPr>
            </a:lvl1pPr>
            <a:lvl2pPr lvl="1" rtl="0">
              <a:lnSpc>
                <a:spcPct val="100000"/>
              </a:lnSpc>
              <a:spcBef>
                <a:spcPts val="0"/>
              </a:spcBef>
              <a:spcAft>
                <a:spcPts val="0"/>
              </a:spcAft>
              <a:buSzPts val="1400"/>
              <a:buNone/>
              <a:defRPr b="1" sz="1400">
                <a:solidFill>
                  <a:schemeClr val="accent1"/>
                </a:solidFill>
              </a:defRPr>
            </a:lvl2pPr>
            <a:lvl3pPr lvl="2" rtl="0">
              <a:lnSpc>
                <a:spcPct val="100000"/>
              </a:lnSpc>
              <a:spcBef>
                <a:spcPts val="0"/>
              </a:spcBef>
              <a:spcAft>
                <a:spcPts val="0"/>
              </a:spcAft>
              <a:buSzPts val="1400"/>
              <a:buNone/>
              <a:defRPr b="1" sz="1400">
                <a:solidFill>
                  <a:schemeClr val="accent1"/>
                </a:solidFill>
              </a:defRPr>
            </a:lvl3pPr>
            <a:lvl4pPr lvl="3" rtl="0">
              <a:lnSpc>
                <a:spcPct val="100000"/>
              </a:lnSpc>
              <a:spcBef>
                <a:spcPts val="0"/>
              </a:spcBef>
              <a:spcAft>
                <a:spcPts val="0"/>
              </a:spcAft>
              <a:buSzPts val="1400"/>
              <a:buNone/>
              <a:defRPr b="1" sz="1400">
                <a:solidFill>
                  <a:schemeClr val="accent1"/>
                </a:solidFill>
              </a:defRPr>
            </a:lvl4pPr>
            <a:lvl5pPr lvl="4" rtl="0">
              <a:lnSpc>
                <a:spcPct val="100000"/>
              </a:lnSpc>
              <a:spcBef>
                <a:spcPts val="0"/>
              </a:spcBef>
              <a:spcAft>
                <a:spcPts val="0"/>
              </a:spcAft>
              <a:buSzPts val="1400"/>
              <a:buNone/>
              <a:defRPr b="1" sz="1400">
                <a:solidFill>
                  <a:schemeClr val="accent1"/>
                </a:solidFill>
              </a:defRPr>
            </a:lvl5pPr>
            <a:lvl6pPr lvl="5" rtl="0">
              <a:lnSpc>
                <a:spcPct val="100000"/>
              </a:lnSpc>
              <a:spcBef>
                <a:spcPts val="0"/>
              </a:spcBef>
              <a:spcAft>
                <a:spcPts val="0"/>
              </a:spcAft>
              <a:buSzPts val="1400"/>
              <a:buNone/>
              <a:defRPr b="1" sz="1400">
                <a:solidFill>
                  <a:schemeClr val="accent1"/>
                </a:solidFill>
              </a:defRPr>
            </a:lvl6pPr>
            <a:lvl7pPr lvl="6" rtl="0">
              <a:lnSpc>
                <a:spcPct val="100000"/>
              </a:lnSpc>
              <a:spcBef>
                <a:spcPts val="0"/>
              </a:spcBef>
              <a:spcAft>
                <a:spcPts val="0"/>
              </a:spcAft>
              <a:buSzPts val="1400"/>
              <a:buNone/>
              <a:defRPr b="1" sz="1400">
                <a:solidFill>
                  <a:schemeClr val="accent1"/>
                </a:solidFill>
              </a:defRPr>
            </a:lvl7pPr>
            <a:lvl8pPr lvl="7" rtl="0">
              <a:lnSpc>
                <a:spcPct val="100000"/>
              </a:lnSpc>
              <a:spcBef>
                <a:spcPts val="0"/>
              </a:spcBef>
              <a:spcAft>
                <a:spcPts val="0"/>
              </a:spcAft>
              <a:buSzPts val="1400"/>
              <a:buNone/>
              <a:defRPr b="1" sz="1400">
                <a:solidFill>
                  <a:schemeClr val="accent1"/>
                </a:solidFill>
              </a:defRPr>
            </a:lvl8pPr>
            <a:lvl9pPr lvl="8" rtl="0">
              <a:lnSpc>
                <a:spcPct val="100000"/>
              </a:lnSpc>
              <a:spcBef>
                <a:spcPts val="0"/>
              </a:spcBef>
              <a:spcAft>
                <a:spcPts val="0"/>
              </a:spcAft>
              <a:buSzPts val="1400"/>
              <a:buNone/>
              <a:defRPr b="1" sz="1400">
                <a:solidFill>
                  <a:schemeClr val="accen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_3 circle images, subtitle, body">
  <p:cSld name="TITLE_ONLY_1_1_2_1">
    <p:spTree>
      <p:nvGrpSpPr>
        <p:cNvPr id="192" name="Shape 192"/>
        <p:cNvGrpSpPr/>
        <p:nvPr/>
      </p:nvGrpSpPr>
      <p:grpSpPr>
        <a:xfrm>
          <a:off x="0" y="0"/>
          <a:ext cx="0" cy="0"/>
          <a:chOff x="0" y="0"/>
          <a:chExt cx="0" cy="0"/>
        </a:xfrm>
      </p:grpSpPr>
      <p:sp>
        <p:nvSpPr>
          <p:cNvPr id="193" name="Google Shape;193;p27"/>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27"/>
          <p:cNvSpPr/>
          <p:nvPr>
            <p:ph idx="2" type="pic"/>
          </p:nvPr>
        </p:nvSpPr>
        <p:spPr>
          <a:xfrm>
            <a:off x="431732" y="1138525"/>
            <a:ext cx="1884300" cy="1884000"/>
          </a:xfrm>
          <a:prstGeom prst="ellipse">
            <a:avLst/>
          </a:prstGeom>
          <a:noFill/>
          <a:ln>
            <a:noFill/>
          </a:ln>
        </p:spPr>
      </p:sp>
      <p:sp>
        <p:nvSpPr>
          <p:cNvPr id="195" name="Google Shape;195;p27"/>
          <p:cNvSpPr/>
          <p:nvPr>
            <p:ph idx="3" type="pic"/>
          </p:nvPr>
        </p:nvSpPr>
        <p:spPr>
          <a:xfrm>
            <a:off x="3629910" y="1138525"/>
            <a:ext cx="1884300" cy="1884000"/>
          </a:xfrm>
          <a:prstGeom prst="ellipse">
            <a:avLst/>
          </a:prstGeom>
          <a:noFill/>
          <a:ln>
            <a:noFill/>
          </a:ln>
        </p:spPr>
      </p:sp>
      <p:sp>
        <p:nvSpPr>
          <p:cNvPr id="196" name="Google Shape;196;p27"/>
          <p:cNvSpPr/>
          <p:nvPr>
            <p:ph idx="4" type="pic"/>
          </p:nvPr>
        </p:nvSpPr>
        <p:spPr>
          <a:xfrm>
            <a:off x="6828107" y="1138525"/>
            <a:ext cx="1884300" cy="1884000"/>
          </a:xfrm>
          <a:prstGeom prst="ellipse">
            <a:avLst/>
          </a:prstGeom>
          <a:noFill/>
          <a:ln>
            <a:noFill/>
          </a:ln>
        </p:spPr>
      </p:sp>
      <p:sp>
        <p:nvSpPr>
          <p:cNvPr id="197" name="Google Shape;197;p27"/>
          <p:cNvSpPr txBox="1"/>
          <p:nvPr>
            <p:ph idx="1" type="body"/>
          </p:nvPr>
        </p:nvSpPr>
        <p:spPr>
          <a:xfrm>
            <a:off x="431775" y="3598325"/>
            <a:ext cx="1884300" cy="8679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1000"/>
              </a:spcBef>
              <a:spcAft>
                <a:spcPts val="0"/>
              </a:spcAft>
              <a:buSzPts val="1200"/>
              <a:buChar char="●"/>
              <a:defRPr sz="12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198" name="Google Shape;198;p27"/>
          <p:cNvSpPr txBox="1"/>
          <p:nvPr>
            <p:ph idx="5" type="body"/>
          </p:nvPr>
        </p:nvSpPr>
        <p:spPr>
          <a:xfrm>
            <a:off x="3629900" y="3598325"/>
            <a:ext cx="1884300" cy="8679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1000"/>
              </a:spcBef>
              <a:spcAft>
                <a:spcPts val="0"/>
              </a:spcAft>
              <a:buSzPts val="1200"/>
              <a:buChar char="●"/>
              <a:defRPr sz="12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199" name="Google Shape;199;p27"/>
          <p:cNvSpPr txBox="1"/>
          <p:nvPr>
            <p:ph idx="6" type="body"/>
          </p:nvPr>
        </p:nvSpPr>
        <p:spPr>
          <a:xfrm>
            <a:off x="6828025" y="3598325"/>
            <a:ext cx="1884300" cy="867900"/>
          </a:xfrm>
          <a:prstGeom prst="rect">
            <a:avLst/>
          </a:prstGeom>
        </p:spPr>
        <p:txBody>
          <a:bodyPr anchorCtr="0" anchor="t" bIns="0" lIns="0" spcFirstLastPara="1" rIns="0" wrap="square" tIns="0">
            <a:noAutofit/>
          </a:bodyPr>
          <a:lstStyle>
            <a:lvl1pPr indent="-304800" lvl="0" marL="457200" rtl="0">
              <a:spcBef>
                <a:spcPts val="0"/>
              </a:spcBef>
              <a:spcAft>
                <a:spcPts val="0"/>
              </a:spcAft>
              <a:buSzPts val="1200"/>
              <a:buChar char="●"/>
              <a:defRPr sz="1200"/>
            </a:lvl1pPr>
            <a:lvl2pPr indent="-304800" lvl="1" marL="914400" rtl="0">
              <a:spcBef>
                <a:spcPts val="1000"/>
              </a:spcBef>
              <a:spcAft>
                <a:spcPts val="0"/>
              </a:spcAft>
              <a:buSzPts val="1200"/>
              <a:buChar char="●"/>
              <a:defRPr sz="1200"/>
            </a:lvl2pPr>
            <a:lvl3pPr indent="-304800" lvl="2" marL="1371600" rtl="0">
              <a:spcBef>
                <a:spcPts val="1000"/>
              </a:spcBef>
              <a:spcAft>
                <a:spcPts val="0"/>
              </a:spcAft>
              <a:buSzPts val="1200"/>
              <a:buChar char="●"/>
              <a:defRPr sz="1200"/>
            </a:lvl3pPr>
            <a:lvl4pPr indent="-304800" lvl="3" marL="1828800" rtl="0">
              <a:spcBef>
                <a:spcPts val="1000"/>
              </a:spcBef>
              <a:spcAft>
                <a:spcPts val="0"/>
              </a:spcAft>
              <a:buSzPts val="1200"/>
              <a:buChar char="●"/>
              <a:defRPr sz="1200"/>
            </a:lvl4pPr>
            <a:lvl5pPr indent="-304800" lvl="4" marL="2286000" rtl="0">
              <a:spcBef>
                <a:spcPts val="1000"/>
              </a:spcBef>
              <a:spcAft>
                <a:spcPts val="0"/>
              </a:spcAft>
              <a:buSzPts val="1200"/>
              <a:buChar char="●"/>
              <a:defRPr sz="1200"/>
            </a:lvl5pPr>
            <a:lvl6pPr indent="-304800" lvl="5" marL="2743200" rtl="0">
              <a:spcBef>
                <a:spcPts val="1000"/>
              </a:spcBef>
              <a:spcAft>
                <a:spcPts val="0"/>
              </a:spcAft>
              <a:buSzPts val="1200"/>
              <a:buChar char="●"/>
              <a:defRPr sz="1200"/>
            </a:lvl6pPr>
            <a:lvl7pPr indent="-304800" lvl="6" marL="3200400" rtl="0">
              <a:spcBef>
                <a:spcPts val="1000"/>
              </a:spcBef>
              <a:spcAft>
                <a:spcPts val="0"/>
              </a:spcAft>
              <a:buSzPts val="1200"/>
              <a:buChar char="●"/>
              <a:defRPr sz="1200"/>
            </a:lvl7pPr>
            <a:lvl8pPr indent="-304800" lvl="7" marL="3657600" rtl="0">
              <a:spcBef>
                <a:spcPts val="1000"/>
              </a:spcBef>
              <a:spcAft>
                <a:spcPts val="0"/>
              </a:spcAft>
              <a:buSzPts val="1200"/>
              <a:buChar char="●"/>
              <a:defRPr sz="1200"/>
            </a:lvl8pPr>
            <a:lvl9pPr indent="-304800" lvl="8" marL="4114800" rtl="0">
              <a:spcBef>
                <a:spcPts val="1000"/>
              </a:spcBef>
              <a:spcAft>
                <a:spcPts val="1000"/>
              </a:spcAft>
              <a:buSzPts val="1200"/>
              <a:buChar char="●"/>
              <a:defRPr sz="1200"/>
            </a:lvl9pPr>
          </a:lstStyle>
          <a:p/>
        </p:txBody>
      </p:sp>
      <p:sp>
        <p:nvSpPr>
          <p:cNvPr id="200" name="Google Shape;200;p27"/>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1" name="Google Shape;201;p27"/>
          <p:cNvSpPr txBox="1"/>
          <p:nvPr>
            <p:ph idx="7" type="subTitle"/>
          </p:nvPr>
        </p:nvSpPr>
        <p:spPr>
          <a:xfrm>
            <a:off x="431700" y="3219525"/>
            <a:ext cx="18843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400"/>
              <a:buNone/>
              <a:defRPr b="1" sz="1400">
                <a:solidFill>
                  <a:schemeClr val="accent1"/>
                </a:solidFill>
              </a:defRPr>
            </a:lvl1pPr>
            <a:lvl2pPr lvl="1" rtl="0">
              <a:lnSpc>
                <a:spcPct val="100000"/>
              </a:lnSpc>
              <a:spcBef>
                <a:spcPts val="0"/>
              </a:spcBef>
              <a:spcAft>
                <a:spcPts val="0"/>
              </a:spcAft>
              <a:buSzPts val="1400"/>
              <a:buNone/>
              <a:defRPr b="1" sz="1400">
                <a:solidFill>
                  <a:schemeClr val="accent1"/>
                </a:solidFill>
              </a:defRPr>
            </a:lvl2pPr>
            <a:lvl3pPr lvl="2" rtl="0">
              <a:lnSpc>
                <a:spcPct val="100000"/>
              </a:lnSpc>
              <a:spcBef>
                <a:spcPts val="0"/>
              </a:spcBef>
              <a:spcAft>
                <a:spcPts val="0"/>
              </a:spcAft>
              <a:buSzPts val="1400"/>
              <a:buNone/>
              <a:defRPr b="1" sz="1400">
                <a:solidFill>
                  <a:schemeClr val="accent1"/>
                </a:solidFill>
              </a:defRPr>
            </a:lvl3pPr>
            <a:lvl4pPr lvl="3" rtl="0">
              <a:lnSpc>
                <a:spcPct val="100000"/>
              </a:lnSpc>
              <a:spcBef>
                <a:spcPts val="0"/>
              </a:spcBef>
              <a:spcAft>
                <a:spcPts val="0"/>
              </a:spcAft>
              <a:buSzPts val="1400"/>
              <a:buNone/>
              <a:defRPr b="1" sz="1400">
                <a:solidFill>
                  <a:schemeClr val="accent1"/>
                </a:solidFill>
              </a:defRPr>
            </a:lvl4pPr>
            <a:lvl5pPr lvl="4" rtl="0">
              <a:lnSpc>
                <a:spcPct val="100000"/>
              </a:lnSpc>
              <a:spcBef>
                <a:spcPts val="0"/>
              </a:spcBef>
              <a:spcAft>
                <a:spcPts val="0"/>
              </a:spcAft>
              <a:buSzPts val="1400"/>
              <a:buNone/>
              <a:defRPr b="1" sz="1400">
                <a:solidFill>
                  <a:schemeClr val="accent1"/>
                </a:solidFill>
              </a:defRPr>
            </a:lvl5pPr>
            <a:lvl6pPr lvl="5" rtl="0">
              <a:lnSpc>
                <a:spcPct val="100000"/>
              </a:lnSpc>
              <a:spcBef>
                <a:spcPts val="0"/>
              </a:spcBef>
              <a:spcAft>
                <a:spcPts val="0"/>
              </a:spcAft>
              <a:buSzPts val="1400"/>
              <a:buNone/>
              <a:defRPr b="1" sz="1400">
                <a:solidFill>
                  <a:schemeClr val="accent1"/>
                </a:solidFill>
              </a:defRPr>
            </a:lvl6pPr>
            <a:lvl7pPr lvl="6" rtl="0">
              <a:lnSpc>
                <a:spcPct val="100000"/>
              </a:lnSpc>
              <a:spcBef>
                <a:spcPts val="0"/>
              </a:spcBef>
              <a:spcAft>
                <a:spcPts val="0"/>
              </a:spcAft>
              <a:buSzPts val="1400"/>
              <a:buNone/>
              <a:defRPr b="1" sz="1400">
                <a:solidFill>
                  <a:schemeClr val="accent1"/>
                </a:solidFill>
              </a:defRPr>
            </a:lvl7pPr>
            <a:lvl8pPr lvl="7" rtl="0">
              <a:lnSpc>
                <a:spcPct val="100000"/>
              </a:lnSpc>
              <a:spcBef>
                <a:spcPts val="0"/>
              </a:spcBef>
              <a:spcAft>
                <a:spcPts val="0"/>
              </a:spcAft>
              <a:buSzPts val="1400"/>
              <a:buNone/>
              <a:defRPr b="1" sz="1400">
                <a:solidFill>
                  <a:schemeClr val="accent1"/>
                </a:solidFill>
              </a:defRPr>
            </a:lvl8pPr>
            <a:lvl9pPr lvl="8" rtl="0">
              <a:lnSpc>
                <a:spcPct val="100000"/>
              </a:lnSpc>
              <a:spcBef>
                <a:spcPts val="0"/>
              </a:spcBef>
              <a:spcAft>
                <a:spcPts val="0"/>
              </a:spcAft>
              <a:buSzPts val="1400"/>
              <a:buNone/>
              <a:defRPr b="1" sz="1400">
                <a:solidFill>
                  <a:schemeClr val="accent1"/>
                </a:solidFill>
              </a:defRPr>
            </a:lvl9pPr>
          </a:lstStyle>
          <a:p/>
        </p:txBody>
      </p:sp>
      <p:sp>
        <p:nvSpPr>
          <p:cNvPr id="202" name="Google Shape;202;p27"/>
          <p:cNvSpPr txBox="1"/>
          <p:nvPr>
            <p:ph idx="8" type="subTitle"/>
          </p:nvPr>
        </p:nvSpPr>
        <p:spPr>
          <a:xfrm>
            <a:off x="3630000" y="3219525"/>
            <a:ext cx="18843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400"/>
              <a:buNone/>
              <a:defRPr b="1" sz="1400">
                <a:solidFill>
                  <a:schemeClr val="accent1"/>
                </a:solidFill>
              </a:defRPr>
            </a:lvl1pPr>
            <a:lvl2pPr lvl="1" rtl="0">
              <a:lnSpc>
                <a:spcPct val="100000"/>
              </a:lnSpc>
              <a:spcBef>
                <a:spcPts val="0"/>
              </a:spcBef>
              <a:spcAft>
                <a:spcPts val="0"/>
              </a:spcAft>
              <a:buSzPts val="1400"/>
              <a:buNone/>
              <a:defRPr b="1" sz="1400">
                <a:solidFill>
                  <a:schemeClr val="accent1"/>
                </a:solidFill>
              </a:defRPr>
            </a:lvl2pPr>
            <a:lvl3pPr lvl="2" rtl="0">
              <a:lnSpc>
                <a:spcPct val="100000"/>
              </a:lnSpc>
              <a:spcBef>
                <a:spcPts val="0"/>
              </a:spcBef>
              <a:spcAft>
                <a:spcPts val="0"/>
              </a:spcAft>
              <a:buSzPts val="1400"/>
              <a:buNone/>
              <a:defRPr b="1" sz="1400">
                <a:solidFill>
                  <a:schemeClr val="accent1"/>
                </a:solidFill>
              </a:defRPr>
            </a:lvl3pPr>
            <a:lvl4pPr lvl="3" rtl="0">
              <a:lnSpc>
                <a:spcPct val="100000"/>
              </a:lnSpc>
              <a:spcBef>
                <a:spcPts val="0"/>
              </a:spcBef>
              <a:spcAft>
                <a:spcPts val="0"/>
              </a:spcAft>
              <a:buSzPts val="1400"/>
              <a:buNone/>
              <a:defRPr b="1" sz="1400">
                <a:solidFill>
                  <a:schemeClr val="accent1"/>
                </a:solidFill>
              </a:defRPr>
            </a:lvl4pPr>
            <a:lvl5pPr lvl="4" rtl="0">
              <a:lnSpc>
                <a:spcPct val="100000"/>
              </a:lnSpc>
              <a:spcBef>
                <a:spcPts val="0"/>
              </a:spcBef>
              <a:spcAft>
                <a:spcPts val="0"/>
              </a:spcAft>
              <a:buSzPts val="1400"/>
              <a:buNone/>
              <a:defRPr b="1" sz="1400">
                <a:solidFill>
                  <a:schemeClr val="accent1"/>
                </a:solidFill>
              </a:defRPr>
            </a:lvl5pPr>
            <a:lvl6pPr lvl="5" rtl="0">
              <a:lnSpc>
                <a:spcPct val="100000"/>
              </a:lnSpc>
              <a:spcBef>
                <a:spcPts val="0"/>
              </a:spcBef>
              <a:spcAft>
                <a:spcPts val="0"/>
              </a:spcAft>
              <a:buSzPts val="1400"/>
              <a:buNone/>
              <a:defRPr b="1" sz="1400">
                <a:solidFill>
                  <a:schemeClr val="accent1"/>
                </a:solidFill>
              </a:defRPr>
            </a:lvl6pPr>
            <a:lvl7pPr lvl="6" rtl="0">
              <a:lnSpc>
                <a:spcPct val="100000"/>
              </a:lnSpc>
              <a:spcBef>
                <a:spcPts val="0"/>
              </a:spcBef>
              <a:spcAft>
                <a:spcPts val="0"/>
              </a:spcAft>
              <a:buSzPts val="1400"/>
              <a:buNone/>
              <a:defRPr b="1" sz="1400">
                <a:solidFill>
                  <a:schemeClr val="accent1"/>
                </a:solidFill>
              </a:defRPr>
            </a:lvl7pPr>
            <a:lvl8pPr lvl="7" rtl="0">
              <a:lnSpc>
                <a:spcPct val="100000"/>
              </a:lnSpc>
              <a:spcBef>
                <a:spcPts val="0"/>
              </a:spcBef>
              <a:spcAft>
                <a:spcPts val="0"/>
              </a:spcAft>
              <a:buSzPts val="1400"/>
              <a:buNone/>
              <a:defRPr b="1" sz="1400">
                <a:solidFill>
                  <a:schemeClr val="accent1"/>
                </a:solidFill>
              </a:defRPr>
            </a:lvl8pPr>
            <a:lvl9pPr lvl="8" rtl="0">
              <a:lnSpc>
                <a:spcPct val="100000"/>
              </a:lnSpc>
              <a:spcBef>
                <a:spcPts val="0"/>
              </a:spcBef>
              <a:spcAft>
                <a:spcPts val="0"/>
              </a:spcAft>
              <a:buSzPts val="1400"/>
              <a:buNone/>
              <a:defRPr b="1" sz="1400">
                <a:solidFill>
                  <a:schemeClr val="accent1"/>
                </a:solidFill>
              </a:defRPr>
            </a:lvl9pPr>
          </a:lstStyle>
          <a:p/>
        </p:txBody>
      </p:sp>
      <p:sp>
        <p:nvSpPr>
          <p:cNvPr id="203" name="Google Shape;203;p27"/>
          <p:cNvSpPr txBox="1"/>
          <p:nvPr>
            <p:ph idx="9" type="subTitle"/>
          </p:nvPr>
        </p:nvSpPr>
        <p:spPr>
          <a:xfrm>
            <a:off x="6828000" y="3219525"/>
            <a:ext cx="1884300" cy="319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400"/>
              <a:buNone/>
              <a:defRPr b="1" sz="1400">
                <a:solidFill>
                  <a:schemeClr val="accent1"/>
                </a:solidFill>
              </a:defRPr>
            </a:lvl1pPr>
            <a:lvl2pPr lvl="1" rtl="0">
              <a:lnSpc>
                <a:spcPct val="100000"/>
              </a:lnSpc>
              <a:spcBef>
                <a:spcPts val="0"/>
              </a:spcBef>
              <a:spcAft>
                <a:spcPts val="0"/>
              </a:spcAft>
              <a:buSzPts val="1400"/>
              <a:buNone/>
              <a:defRPr b="1" sz="1400">
                <a:solidFill>
                  <a:schemeClr val="accent1"/>
                </a:solidFill>
              </a:defRPr>
            </a:lvl2pPr>
            <a:lvl3pPr lvl="2" rtl="0">
              <a:lnSpc>
                <a:spcPct val="100000"/>
              </a:lnSpc>
              <a:spcBef>
                <a:spcPts val="0"/>
              </a:spcBef>
              <a:spcAft>
                <a:spcPts val="0"/>
              </a:spcAft>
              <a:buSzPts val="1400"/>
              <a:buNone/>
              <a:defRPr b="1" sz="1400">
                <a:solidFill>
                  <a:schemeClr val="accent1"/>
                </a:solidFill>
              </a:defRPr>
            </a:lvl3pPr>
            <a:lvl4pPr lvl="3" rtl="0">
              <a:lnSpc>
                <a:spcPct val="100000"/>
              </a:lnSpc>
              <a:spcBef>
                <a:spcPts val="0"/>
              </a:spcBef>
              <a:spcAft>
                <a:spcPts val="0"/>
              </a:spcAft>
              <a:buSzPts val="1400"/>
              <a:buNone/>
              <a:defRPr b="1" sz="1400">
                <a:solidFill>
                  <a:schemeClr val="accent1"/>
                </a:solidFill>
              </a:defRPr>
            </a:lvl4pPr>
            <a:lvl5pPr lvl="4" rtl="0">
              <a:lnSpc>
                <a:spcPct val="100000"/>
              </a:lnSpc>
              <a:spcBef>
                <a:spcPts val="0"/>
              </a:spcBef>
              <a:spcAft>
                <a:spcPts val="0"/>
              </a:spcAft>
              <a:buSzPts val="1400"/>
              <a:buNone/>
              <a:defRPr b="1" sz="1400">
                <a:solidFill>
                  <a:schemeClr val="accent1"/>
                </a:solidFill>
              </a:defRPr>
            </a:lvl5pPr>
            <a:lvl6pPr lvl="5" rtl="0">
              <a:lnSpc>
                <a:spcPct val="100000"/>
              </a:lnSpc>
              <a:spcBef>
                <a:spcPts val="0"/>
              </a:spcBef>
              <a:spcAft>
                <a:spcPts val="0"/>
              </a:spcAft>
              <a:buSzPts val="1400"/>
              <a:buNone/>
              <a:defRPr b="1" sz="1400">
                <a:solidFill>
                  <a:schemeClr val="accent1"/>
                </a:solidFill>
              </a:defRPr>
            </a:lvl6pPr>
            <a:lvl7pPr lvl="6" rtl="0">
              <a:lnSpc>
                <a:spcPct val="100000"/>
              </a:lnSpc>
              <a:spcBef>
                <a:spcPts val="0"/>
              </a:spcBef>
              <a:spcAft>
                <a:spcPts val="0"/>
              </a:spcAft>
              <a:buSzPts val="1400"/>
              <a:buNone/>
              <a:defRPr b="1" sz="1400">
                <a:solidFill>
                  <a:schemeClr val="accent1"/>
                </a:solidFill>
              </a:defRPr>
            </a:lvl7pPr>
            <a:lvl8pPr lvl="7" rtl="0">
              <a:lnSpc>
                <a:spcPct val="100000"/>
              </a:lnSpc>
              <a:spcBef>
                <a:spcPts val="0"/>
              </a:spcBef>
              <a:spcAft>
                <a:spcPts val="0"/>
              </a:spcAft>
              <a:buSzPts val="1400"/>
              <a:buNone/>
              <a:defRPr b="1" sz="1400">
                <a:solidFill>
                  <a:schemeClr val="accent1"/>
                </a:solidFill>
              </a:defRPr>
            </a:lvl8pPr>
            <a:lvl9pPr lvl="8" rtl="0">
              <a:lnSpc>
                <a:spcPct val="100000"/>
              </a:lnSpc>
              <a:spcBef>
                <a:spcPts val="0"/>
              </a:spcBef>
              <a:spcAft>
                <a:spcPts val="0"/>
              </a:spcAft>
              <a:buSzPts val="1400"/>
              <a:buNone/>
              <a:defRPr b="1" sz="1400">
                <a:solidFill>
                  <a:schemeClr val="accen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_4 circle images, subtitle, body">
  <p:cSld name="TITLE_ONLY_1_1_1_1">
    <p:spTree>
      <p:nvGrpSpPr>
        <p:cNvPr id="204" name="Shape 204"/>
        <p:cNvGrpSpPr/>
        <p:nvPr/>
      </p:nvGrpSpPr>
      <p:grpSpPr>
        <a:xfrm>
          <a:off x="0" y="0"/>
          <a:ext cx="0" cy="0"/>
          <a:chOff x="0" y="0"/>
          <a:chExt cx="0" cy="0"/>
        </a:xfrm>
      </p:grpSpPr>
      <p:sp>
        <p:nvSpPr>
          <p:cNvPr id="205" name="Google Shape;205;p28"/>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28"/>
          <p:cNvSpPr/>
          <p:nvPr>
            <p:ph idx="2" type="pic"/>
          </p:nvPr>
        </p:nvSpPr>
        <p:spPr>
          <a:xfrm>
            <a:off x="431726" y="1182950"/>
            <a:ext cx="1662000" cy="1661700"/>
          </a:xfrm>
          <a:prstGeom prst="ellipse">
            <a:avLst/>
          </a:prstGeom>
          <a:noFill/>
          <a:ln>
            <a:noFill/>
          </a:ln>
        </p:spPr>
      </p:sp>
      <p:sp>
        <p:nvSpPr>
          <p:cNvPr id="207" name="Google Shape;207;p28"/>
          <p:cNvSpPr/>
          <p:nvPr>
            <p:ph idx="3" type="pic"/>
          </p:nvPr>
        </p:nvSpPr>
        <p:spPr>
          <a:xfrm>
            <a:off x="2638009" y="1182950"/>
            <a:ext cx="1662000" cy="1661700"/>
          </a:xfrm>
          <a:prstGeom prst="ellipse">
            <a:avLst/>
          </a:prstGeom>
          <a:noFill/>
          <a:ln>
            <a:noFill/>
          </a:ln>
        </p:spPr>
      </p:sp>
      <p:sp>
        <p:nvSpPr>
          <p:cNvPr id="208" name="Google Shape;208;p28"/>
          <p:cNvSpPr/>
          <p:nvPr>
            <p:ph idx="4" type="pic"/>
          </p:nvPr>
        </p:nvSpPr>
        <p:spPr>
          <a:xfrm>
            <a:off x="4844292" y="1182950"/>
            <a:ext cx="1662000" cy="1661700"/>
          </a:xfrm>
          <a:prstGeom prst="ellipse">
            <a:avLst/>
          </a:prstGeom>
          <a:noFill/>
          <a:ln>
            <a:noFill/>
          </a:ln>
        </p:spPr>
      </p:sp>
      <p:sp>
        <p:nvSpPr>
          <p:cNvPr id="209" name="Google Shape;209;p28"/>
          <p:cNvSpPr/>
          <p:nvPr>
            <p:ph idx="5" type="pic"/>
          </p:nvPr>
        </p:nvSpPr>
        <p:spPr>
          <a:xfrm>
            <a:off x="7050575" y="1182950"/>
            <a:ext cx="1662000" cy="1661700"/>
          </a:xfrm>
          <a:prstGeom prst="ellipse">
            <a:avLst/>
          </a:prstGeom>
          <a:noFill/>
          <a:ln>
            <a:noFill/>
          </a:ln>
        </p:spPr>
      </p:sp>
      <p:sp>
        <p:nvSpPr>
          <p:cNvPr id="210" name="Google Shape;210;p28"/>
          <p:cNvSpPr txBox="1"/>
          <p:nvPr>
            <p:ph idx="1" type="body"/>
          </p:nvPr>
        </p:nvSpPr>
        <p:spPr>
          <a:xfrm>
            <a:off x="431775" y="3420325"/>
            <a:ext cx="1662000" cy="9510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211" name="Google Shape;211;p28"/>
          <p:cNvSpPr txBox="1"/>
          <p:nvPr>
            <p:ph idx="6" type="body"/>
          </p:nvPr>
        </p:nvSpPr>
        <p:spPr>
          <a:xfrm>
            <a:off x="2638000" y="3420325"/>
            <a:ext cx="1662000" cy="9510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212" name="Google Shape;212;p28"/>
          <p:cNvSpPr txBox="1"/>
          <p:nvPr>
            <p:ph idx="7" type="body"/>
          </p:nvPr>
        </p:nvSpPr>
        <p:spPr>
          <a:xfrm>
            <a:off x="4844225" y="3420325"/>
            <a:ext cx="1662000" cy="9510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213" name="Google Shape;213;p28"/>
          <p:cNvSpPr txBox="1"/>
          <p:nvPr>
            <p:ph idx="8" type="body"/>
          </p:nvPr>
        </p:nvSpPr>
        <p:spPr>
          <a:xfrm>
            <a:off x="7050450" y="3420325"/>
            <a:ext cx="1662000" cy="9510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214" name="Google Shape;214;p28"/>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5" name="Google Shape;215;p28"/>
          <p:cNvSpPr txBox="1"/>
          <p:nvPr>
            <p:ph idx="9" type="subTitle"/>
          </p:nvPr>
        </p:nvSpPr>
        <p:spPr>
          <a:xfrm>
            <a:off x="431650" y="3147525"/>
            <a:ext cx="1662000" cy="2301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SzPts val="1200"/>
              <a:buNone/>
              <a:defRPr b="1" sz="1200">
                <a:solidFill>
                  <a:schemeClr val="accent1"/>
                </a:solidFill>
              </a:defRPr>
            </a:lvl1pPr>
            <a:lvl2pPr lvl="1" rtl="0">
              <a:lnSpc>
                <a:spcPct val="100000"/>
              </a:lnSpc>
              <a:spcBef>
                <a:spcPts val="0"/>
              </a:spcBef>
              <a:spcAft>
                <a:spcPts val="0"/>
              </a:spcAft>
              <a:buSzPts val="1200"/>
              <a:buNone/>
              <a:defRPr b="1" sz="1200">
                <a:solidFill>
                  <a:schemeClr val="accent1"/>
                </a:solidFill>
              </a:defRPr>
            </a:lvl2pPr>
            <a:lvl3pPr lvl="2" rtl="0">
              <a:lnSpc>
                <a:spcPct val="100000"/>
              </a:lnSpc>
              <a:spcBef>
                <a:spcPts val="0"/>
              </a:spcBef>
              <a:spcAft>
                <a:spcPts val="0"/>
              </a:spcAft>
              <a:buSzPts val="1200"/>
              <a:buNone/>
              <a:defRPr b="1" sz="1200">
                <a:solidFill>
                  <a:schemeClr val="accent1"/>
                </a:solidFill>
              </a:defRPr>
            </a:lvl3pPr>
            <a:lvl4pPr lvl="3" rtl="0">
              <a:lnSpc>
                <a:spcPct val="100000"/>
              </a:lnSpc>
              <a:spcBef>
                <a:spcPts val="0"/>
              </a:spcBef>
              <a:spcAft>
                <a:spcPts val="0"/>
              </a:spcAft>
              <a:buSzPts val="1200"/>
              <a:buNone/>
              <a:defRPr b="1" sz="1200">
                <a:solidFill>
                  <a:schemeClr val="accent1"/>
                </a:solidFill>
              </a:defRPr>
            </a:lvl4pPr>
            <a:lvl5pPr lvl="4" rtl="0">
              <a:lnSpc>
                <a:spcPct val="100000"/>
              </a:lnSpc>
              <a:spcBef>
                <a:spcPts val="0"/>
              </a:spcBef>
              <a:spcAft>
                <a:spcPts val="0"/>
              </a:spcAft>
              <a:buSzPts val="1200"/>
              <a:buNone/>
              <a:defRPr b="1" sz="1200">
                <a:solidFill>
                  <a:schemeClr val="accent1"/>
                </a:solidFill>
              </a:defRPr>
            </a:lvl5pPr>
            <a:lvl6pPr lvl="5" rtl="0">
              <a:lnSpc>
                <a:spcPct val="100000"/>
              </a:lnSpc>
              <a:spcBef>
                <a:spcPts val="0"/>
              </a:spcBef>
              <a:spcAft>
                <a:spcPts val="0"/>
              </a:spcAft>
              <a:buSzPts val="1200"/>
              <a:buNone/>
              <a:defRPr b="1" sz="1200">
                <a:solidFill>
                  <a:schemeClr val="accent1"/>
                </a:solidFill>
              </a:defRPr>
            </a:lvl6pPr>
            <a:lvl7pPr lvl="6" rtl="0">
              <a:lnSpc>
                <a:spcPct val="100000"/>
              </a:lnSpc>
              <a:spcBef>
                <a:spcPts val="0"/>
              </a:spcBef>
              <a:spcAft>
                <a:spcPts val="0"/>
              </a:spcAft>
              <a:buSzPts val="1200"/>
              <a:buNone/>
              <a:defRPr b="1" sz="1200">
                <a:solidFill>
                  <a:schemeClr val="accent1"/>
                </a:solidFill>
              </a:defRPr>
            </a:lvl7pPr>
            <a:lvl8pPr lvl="7" rtl="0">
              <a:lnSpc>
                <a:spcPct val="100000"/>
              </a:lnSpc>
              <a:spcBef>
                <a:spcPts val="0"/>
              </a:spcBef>
              <a:spcAft>
                <a:spcPts val="0"/>
              </a:spcAft>
              <a:buSzPts val="1200"/>
              <a:buNone/>
              <a:defRPr b="1" sz="1200">
                <a:solidFill>
                  <a:schemeClr val="accent1"/>
                </a:solidFill>
              </a:defRPr>
            </a:lvl8pPr>
            <a:lvl9pPr lvl="8" rtl="0">
              <a:lnSpc>
                <a:spcPct val="100000"/>
              </a:lnSpc>
              <a:spcBef>
                <a:spcPts val="0"/>
              </a:spcBef>
              <a:spcAft>
                <a:spcPts val="0"/>
              </a:spcAft>
              <a:buSzPts val="1200"/>
              <a:buNone/>
              <a:defRPr b="1" sz="1200">
                <a:solidFill>
                  <a:schemeClr val="accent1"/>
                </a:solidFill>
              </a:defRPr>
            </a:lvl9pPr>
          </a:lstStyle>
          <a:p/>
        </p:txBody>
      </p:sp>
      <p:sp>
        <p:nvSpPr>
          <p:cNvPr id="216" name="Google Shape;216;p28"/>
          <p:cNvSpPr txBox="1"/>
          <p:nvPr>
            <p:ph idx="13" type="subTitle"/>
          </p:nvPr>
        </p:nvSpPr>
        <p:spPr>
          <a:xfrm>
            <a:off x="2638025" y="3147525"/>
            <a:ext cx="1662000" cy="2301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SzPts val="1200"/>
              <a:buNone/>
              <a:defRPr b="1" sz="1200">
                <a:solidFill>
                  <a:schemeClr val="accent1"/>
                </a:solidFill>
              </a:defRPr>
            </a:lvl1pPr>
            <a:lvl2pPr lvl="1" rtl="0">
              <a:lnSpc>
                <a:spcPct val="100000"/>
              </a:lnSpc>
              <a:spcBef>
                <a:spcPts val="0"/>
              </a:spcBef>
              <a:spcAft>
                <a:spcPts val="0"/>
              </a:spcAft>
              <a:buSzPts val="1200"/>
              <a:buNone/>
              <a:defRPr b="1" sz="1200">
                <a:solidFill>
                  <a:schemeClr val="accent1"/>
                </a:solidFill>
              </a:defRPr>
            </a:lvl2pPr>
            <a:lvl3pPr lvl="2" rtl="0">
              <a:lnSpc>
                <a:spcPct val="100000"/>
              </a:lnSpc>
              <a:spcBef>
                <a:spcPts val="0"/>
              </a:spcBef>
              <a:spcAft>
                <a:spcPts val="0"/>
              </a:spcAft>
              <a:buSzPts val="1200"/>
              <a:buNone/>
              <a:defRPr b="1" sz="1200">
                <a:solidFill>
                  <a:schemeClr val="accent1"/>
                </a:solidFill>
              </a:defRPr>
            </a:lvl3pPr>
            <a:lvl4pPr lvl="3" rtl="0">
              <a:lnSpc>
                <a:spcPct val="100000"/>
              </a:lnSpc>
              <a:spcBef>
                <a:spcPts val="0"/>
              </a:spcBef>
              <a:spcAft>
                <a:spcPts val="0"/>
              </a:spcAft>
              <a:buSzPts val="1200"/>
              <a:buNone/>
              <a:defRPr b="1" sz="1200">
                <a:solidFill>
                  <a:schemeClr val="accent1"/>
                </a:solidFill>
              </a:defRPr>
            </a:lvl4pPr>
            <a:lvl5pPr lvl="4" rtl="0">
              <a:lnSpc>
                <a:spcPct val="100000"/>
              </a:lnSpc>
              <a:spcBef>
                <a:spcPts val="0"/>
              </a:spcBef>
              <a:spcAft>
                <a:spcPts val="0"/>
              </a:spcAft>
              <a:buSzPts val="1200"/>
              <a:buNone/>
              <a:defRPr b="1" sz="1200">
                <a:solidFill>
                  <a:schemeClr val="accent1"/>
                </a:solidFill>
              </a:defRPr>
            </a:lvl5pPr>
            <a:lvl6pPr lvl="5" rtl="0">
              <a:lnSpc>
                <a:spcPct val="100000"/>
              </a:lnSpc>
              <a:spcBef>
                <a:spcPts val="0"/>
              </a:spcBef>
              <a:spcAft>
                <a:spcPts val="0"/>
              </a:spcAft>
              <a:buSzPts val="1200"/>
              <a:buNone/>
              <a:defRPr b="1" sz="1200">
                <a:solidFill>
                  <a:schemeClr val="accent1"/>
                </a:solidFill>
              </a:defRPr>
            </a:lvl6pPr>
            <a:lvl7pPr lvl="6" rtl="0">
              <a:lnSpc>
                <a:spcPct val="100000"/>
              </a:lnSpc>
              <a:spcBef>
                <a:spcPts val="0"/>
              </a:spcBef>
              <a:spcAft>
                <a:spcPts val="0"/>
              </a:spcAft>
              <a:buSzPts val="1200"/>
              <a:buNone/>
              <a:defRPr b="1" sz="1200">
                <a:solidFill>
                  <a:schemeClr val="accent1"/>
                </a:solidFill>
              </a:defRPr>
            </a:lvl7pPr>
            <a:lvl8pPr lvl="7" rtl="0">
              <a:lnSpc>
                <a:spcPct val="100000"/>
              </a:lnSpc>
              <a:spcBef>
                <a:spcPts val="0"/>
              </a:spcBef>
              <a:spcAft>
                <a:spcPts val="0"/>
              </a:spcAft>
              <a:buSzPts val="1200"/>
              <a:buNone/>
              <a:defRPr b="1" sz="1200">
                <a:solidFill>
                  <a:schemeClr val="accent1"/>
                </a:solidFill>
              </a:defRPr>
            </a:lvl8pPr>
            <a:lvl9pPr lvl="8" rtl="0">
              <a:lnSpc>
                <a:spcPct val="100000"/>
              </a:lnSpc>
              <a:spcBef>
                <a:spcPts val="0"/>
              </a:spcBef>
              <a:spcAft>
                <a:spcPts val="0"/>
              </a:spcAft>
              <a:buSzPts val="1200"/>
              <a:buNone/>
              <a:defRPr b="1" sz="1200">
                <a:solidFill>
                  <a:schemeClr val="accent1"/>
                </a:solidFill>
              </a:defRPr>
            </a:lvl9pPr>
          </a:lstStyle>
          <a:p/>
        </p:txBody>
      </p:sp>
      <p:sp>
        <p:nvSpPr>
          <p:cNvPr id="217" name="Google Shape;217;p28"/>
          <p:cNvSpPr txBox="1"/>
          <p:nvPr>
            <p:ph idx="14" type="subTitle"/>
          </p:nvPr>
        </p:nvSpPr>
        <p:spPr>
          <a:xfrm>
            <a:off x="4844225" y="3147525"/>
            <a:ext cx="1662000" cy="2301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SzPts val="1200"/>
              <a:buNone/>
              <a:defRPr b="1" sz="1200">
                <a:solidFill>
                  <a:schemeClr val="accent1"/>
                </a:solidFill>
              </a:defRPr>
            </a:lvl1pPr>
            <a:lvl2pPr lvl="1" rtl="0">
              <a:lnSpc>
                <a:spcPct val="100000"/>
              </a:lnSpc>
              <a:spcBef>
                <a:spcPts val="0"/>
              </a:spcBef>
              <a:spcAft>
                <a:spcPts val="0"/>
              </a:spcAft>
              <a:buSzPts val="1200"/>
              <a:buNone/>
              <a:defRPr b="1" sz="1200">
                <a:solidFill>
                  <a:schemeClr val="accent1"/>
                </a:solidFill>
              </a:defRPr>
            </a:lvl2pPr>
            <a:lvl3pPr lvl="2" rtl="0">
              <a:lnSpc>
                <a:spcPct val="100000"/>
              </a:lnSpc>
              <a:spcBef>
                <a:spcPts val="0"/>
              </a:spcBef>
              <a:spcAft>
                <a:spcPts val="0"/>
              </a:spcAft>
              <a:buSzPts val="1200"/>
              <a:buNone/>
              <a:defRPr b="1" sz="1200">
                <a:solidFill>
                  <a:schemeClr val="accent1"/>
                </a:solidFill>
              </a:defRPr>
            </a:lvl3pPr>
            <a:lvl4pPr lvl="3" rtl="0">
              <a:lnSpc>
                <a:spcPct val="100000"/>
              </a:lnSpc>
              <a:spcBef>
                <a:spcPts val="0"/>
              </a:spcBef>
              <a:spcAft>
                <a:spcPts val="0"/>
              </a:spcAft>
              <a:buSzPts val="1200"/>
              <a:buNone/>
              <a:defRPr b="1" sz="1200">
                <a:solidFill>
                  <a:schemeClr val="accent1"/>
                </a:solidFill>
              </a:defRPr>
            </a:lvl4pPr>
            <a:lvl5pPr lvl="4" rtl="0">
              <a:lnSpc>
                <a:spcPct val="100000"/>
              </a:lnSpc>
              <a:spcBef>
                <a:spcPts val="0"/>
              </a:spcBef>
              <a:spcAft>
                <a:spcPts val="0"/>
              </a:spcAft>
              <a:buSzPts val="1200"/>
              <a:buNone/>
              <a:defRPr b="1" sz="1200">
                <a:solidFill>
                  <a:schemeClr val="accent1"/>
                </a:solidFill>
              </a:defRPr>
            </a:lvl5pPr>
            <a:lvl6pPr lvl="5" rtl="0">
              <a:lnSpc>
                <a:spcPct val="100000"/>
              </a:lnSpc>
              <a:spcBef>
                <a:spcPts val="0"/>
              </a:spcBef>
              <a:spcAft>
                <a:spcPts val="0"/>
              </a:spcAft>
              <a:buSzPts val="1200"/>
              <a:buNone/>
              <a:defRPr b="1" sz="1200">
                <a:solidFill>
                  <a:schemeClr val="accent1"/>
                </a:solidFill>
              </a:defRPr>
            </a:lvl6pPr>
            <a:lvl7pPr lvl="6" rtl="0">
              <a:lnSpc>
                <a:spcPct val="100000"/>
              </a:lnSpc>
              <a:spcBef>
                <a:spcPts val="0"/>
              </a:spcBef>
              <a:spcAft>
                <a:spcPts val="0"/>
              </a:spcAft>
              <a:buSzPts val="1200"/>
              <a:buNone/>
              <a:defRPr b="1" sz="1200">
                <a:solidFill>
                  <a:schemeClr val="accent1"/>
                </a:solidFill>
              </a:defRPr>
            </a:lvl7pPr>
            <a:lvl8pPr lvl="7" rtl="0">
              <a:lnSpc>
                <a:spcPct val="100000"/>
              </a:lnSpc>
              <a:spcBef>
                <a:spcPts val="0"/>
              </a:spcBef>
              <a:spcAft>
                <a:spcPts val="0"/>
              </a:spcAft>
              <a:buSzPts val="1200"/>
              <a:buNone/>
              <a:defRPr b="1" sz="1200">
                <a:solidFill>
                  <a:schemeClr val="accent1"/>
                </a:solidFill>
              </a:defRPr>
            </a:lvl8pPr>
            <a:lvl9pPr lvl="8" rtl="0">
              <a:lnSpc>
                <a:spcPct val="100000"/>
              </a:lnSpc>
              <a:spcBef>
                <a:spcPts val="0"/>
              </a:spcBef>
              <a:spcAft>
                <a:spcPts val="0"/>
              </a:spcAft>
              <a:buSzPts val="1200"/>
              <a:buNone/>
              <a:defRPr b="1" sz="1200">
                <a:solidFill>
                  <a:schemeClr val="accent1"/>
                </a:solidFill>
              </a:defRPr>
            </a:lvl9pPr>
          </a:lstStyle>
          <a:p/>
        </p:txBody>
      </p:sp>
      <p:sp>
        <p:nvSpPr>
          <p:cNvPr id="218" name="Google Shape;218;p28"/>
          <p:cNvSpPr txBox="1"/>
          <p:nvPr>
            <p:ph idx="15" type="subTitle"/>
          </p:nvPr>
        </p:nvSpPr>
        <p:spPr>
          <a:xfrm>
            <a:off x="7050425" y="3147525"/>
            <a:ext cx="1662000" cy="2301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SzPts val="1200"/>
              <a:buNone/>
              <a:defRPr b="1" sz="1200">
                <a:solidFill>
                  <a:schemeClr val="accent1"/>
                </a:solidFill>
              </a:defRPr>
            </a:lvl1pPr>
            <a:lvl2pPr lvl="1" rtl="0">
              <a:lnSpc>
                <a:spcPct val="100000"/>
              </a:lnSpc>
              <a:spcBef>
                <a:spcPts val="0"/>
              </a:spcBef>
              <a:spcAft>
                <a:spcPts val="0"/>
              </a:spcAft>
              <a:buSzPts val="1200"/>
              <a:buNone/>
              <a:defRPr b="1" sz="1200">
                <a:solidFill>
                  <a:schemeClr val="accent1"/>
                </a:solidFill>
              </a:defRPr>
            </a:lvl2pPr>
            <a:lvl3pPr lvl="2" rtl="0">
              <a:lnSpc>
                <a:spcPct val="100000"/>
              </a:lnSpc>
              <a:spcBef>
                <a:spcPts val="0"/>
              </a:spcBef>
              <a:spcAft>
                <a:spcPts val="0"/>
              </a:spcAft>
              <a:buSzPts val="1200"/>
              <a:buNone/>
              <a:defRPr b="1" sz="1200">
                <a:solidFill>
                  <a:schemeClr val="accent1"/>
                </a:solidFill>
              </a:defRPr>
            </a:lvl3pPr>
            <a:lvl4pPr lvl="3" rtl="0">
              <a:lnSpc>
                <a:spcPct val="100000"/>
              </a:lnSpc>
              <a:spcBef>
                <a:spcPts val="0"/>
              </a:spcBef>
              <a:spcAft>
                <a:spcPts val="0"/>
              </a:spcAft>
              <a:buSzPts val="1200"/>
              <a:buNone/>
              <a:defRPr b="1" sz="1200">
                <a:solidFill>
                  <a:schemeClr val="accent1"/>
                </a:solidFill>
              </a:defRPr>
            </a:lvl4pPr>
            <a:lvl5pPr lvl="4" rtl="0">
              <a:lnSpc>
                <a:spcPct val="100000"/>
              </a:lnSpc>
              <a:spcBef>
                <a:spcPts val="0"/>
              </a:spcBef>
              <a:spcAft>
                <a:spcPts val="0"/>
              </a:spcAft>
              <a:buSzPts val="1200"/>
              <a:buNone/>
              <a:defRPr b="1" sz="1200">
                <a:solidFill>
                  <a:schemeClr val="accent1"/>
                </a:solidFill>
              </a:defRPr>
            </a:lvl5pPr>
            <a:lvl6pPr lvl="5" rtl="0">
              <a:lnSpc>
                <a:spcPct val="100000"/>
              </a:lnSpc>
              <a:spcBef>
                <a:spcPts val="0"/>
              </a:spcBef>
              <a:spcAft>
                <a:spcPts val="0"/>
              </a:spcAft>
              <a:buSzPts val="1200"/>
              <a:buNone/>
              <a:defRPr b="1" sz="1200">
                <a:solidFill>
                  <a:schemeClr val="accent1"/>
                </a:solidFill>
              </a:defRPr>
            </a:lvl6pPr>
            <a:lvl7pPr lvl="6" rtl="0">
              <a:lnSpc>
                <a:spcPct val="100000"/>
              </a:lnSpc>
              <a:spcBef>
                <a:spcPts val="0"/>
              </a:spcBef>
              <a:spcAft>
                <a:spcPts val="0"/>
              </a:spcAft>
              <a:buSzPts val="1200"/>
              <a:buNone/>
              <a:defRPr b="1" sz="1200">
                <a:solidFill>
                  <a:schemeClr val="accent1"/>
                </a:solidFill>
              </a:defRPr>
            </a:lvl7pPr>
            <a:lvl8pPr lvl="7" rtl="0">
              <a:lnSpc>
                <a:spcPct val="100000"/>
              </a:lnSpc>
              <a:spcBef>
                <a:spcPts val="0"/>
              </a:spcBef>
              <a:spcAft>
                <a:spcPts val="0"/>
              </a:spcAft>
              <a:buSzPts val="1200"/>
              <a:buNone/>
              <a:defRPr b="1" sz="1200">
                <a:solidFill>
                  <a:schemeClr val="accent1"/>
                </a:solidFill>
              </a:defRPr>
            </a:lvl8pPr>
            <a:lvl9pPr lvl="8" rtl="0">
              <a:lnSpc>
                <a:spcPct val="100000"/>
              </a:lnSpc>
              <a:spcBef>
                <a:spcPts val="0"/>
              </a:spcBef>
              <a:spcAft>
                <a:spcPts val="0"/>
              </a:spcAft>
              <a:buSzPts val="1200"/>
              <a:buNone/>
              <a:defRPr b="1" sz="1200">
                <a:solidFill>
                  <a:schemeClr val="accen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_5 circle images, subtitle, body">
  <p:cSld name="TITLE_ONLY_1_2_2">
    <p:spTree>
      <p:nvGrpSpPr>
        <p:cNvPr id="219" name="Shape 219"/>
        <p:cNvGrpSpPr/>
        <p:nvPr/>
      </p:nvGrpSpPr>
      <p:grpSpPr>
        <a:xfrm>
          <a:off x="0" y="0"/>
          <a:ext cx="0" cy="0"/>
          <a:chOff x="0" y="0"/>
          <a:chExt cx="0" cy="0"/>
        </a:xfrm>
      </p:grpSpPr>
      <p:sp>
        <p:nvSpPr>
          <p:cNvPr id="220" name="Google Shape;220;p29"/>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1" name="Google Shape;221;p29"/>
          <p:cNvSpPr/>
          <p:nvPr>
            <p:ph idx="2" type="pic"/>
          </p:nvPr>
        </p:nvSpPr>
        <p:spPr>
          <a:xfrm>
            <a:off x="431775" y="1332539"/>
            <a:ext cx="1392600" cy="1392600"/>
          </a:xfrm>
          <a:prstGeom prst="ellipse">
            <a:avLst/>
          </a:prstGeom>
          <a:noFill/>
          <a:ln>
            <a:noFill/>
          </a:ln>
        </p:spPr>
      </p:sp>
      <p:sp>
        <p:nvSpPr>
          <p:cNvPr id="222" name="Google Shape;222;p29"/>
          <p:cNvSpPr/>
          <p:nvPr>
            <p:ph idx="3" type="pic"/>
          </p:nvPr>
        </p:nvSpPr>
        <p:spPr>
          <a:xfrm>
            <a:off x="2153751" y="1332539"/>
            <a:ext cx="1392600" cy="1392600"/>
          </a:xfrm>
          <a:prstGeom prst="ellipse">
            <a:avLst/>
          </a:prstGeom>
          <a:noFill/>
          <a:ln>
            <a:noFill/>
          </a:ln>
        </p:spPr>
      </p:sp>
      <p:sp>
        <p:nvSpPr>
          <p:cNvPr id="223" name="Google Shape;223;p29"/>
          <p:cNvSpPr/>
          <p:nvPr>
            <p:ph idx="4" type="pic"/>
          </p:nvPr>
        </p:nvSpPr>
        <p:spPr>
          <a:xfrm>
            <a:off x="3875727" y="1332539"/>
            <a:ext cx="1392600" cy="1392600"/>
          </a:xfrm>
          <a:prstGeom prst="ellipse">
            <a:avLst/>
          </a:prstGeom>
          <a:noFill/>
          <a:ln>
            <a:noFill/>
          </a:ln>
        </p:spPr>
      </p:sp>
      <p:sp>
        <p:nvSpPr>
          <p:cNvPr id="224" name="Google Shape;224;p29"/>
          <p:cNvSpPr/>
          <p:nvPr>
            <p:ph idx="5" type="pic"/>
          </p:nvPr>
        </p:nvSpPr>
        <p:spPr>
          <a:xfrm>
            <a:off x="5597703" y="1332539"/>
            <a:ext cx="1392600" cy="1392600"/>
          </a:xfrm>
          <a:prstGeom prst="ellipse">
            <a:avLst/>
          </a:prstGeom>
          <a:noFill/>
          <a:ln>
            <a:noFill/>
          </a:ln>
        </p:spPr>
      </p:sp>
      <p:sp>
        <p:nvSpPr>
          <p:cNvPr id="225" name="Google Shape;225;p29"/>
          <p:cNvSpPr/>
          <p:nvPr>
            <p:ph idx="6" type="pic"/>
          </p:nvPr>
        </p:nvSpPr>
        <p:spPr>
          <a:xfrm>
            <a:off x="7319678" y="1332539"/>
            <a:ext cx="1392600" cy="1392600"/>
          </a:xfrm>
          <a:prstGeom prst="ellipse">
            <a:avLst/>
          </a:prstGeom>
          <a:noFill/>
          <a:ln>
            <a:noFill/>
          </a:ln>
        </p:spPr>
      </p:sp>
      <p:sp>
        <p:nvSpPr>
          <p:cNvPr id="226" name="Google Shape;226;p29"/>
          <p:cNvSpPr txBox="1"/>
          <p:nvPr>
            <p:ph idx="1" type="body"/>
          </p:nvPr>
        </p:nvSpPr>
        <p:spPr>
          <a:xfrm>
            <a:off x="431775" y="3245090"/>
            <a:ext cx="1392600" cy="11181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227" name="Google Shape;227;p29"/>
          <p:cNvSpPr txBox="1"/>
          <p:nvPr>
            <p:ph idx="7" type="body"/>
          </p:nvPr>
        </p:nvSpPr>
        <p:spPr>
          <a:xfrm>
            <a:off x="2153750" y="3245090"/>
            <a:ext cx="1392600" cy="11181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228" name="Google Shape;228;p29"/>
          <p:cNvSpPr txBox="1"/>
          <p:nvPr>
            <p:ph idx="8" type="body"/>
          </p:nvPr>
        </p:nvSpPr>
        <p:spPr>
          <a:xfrm>
            <a:off x="3875725" y="3245090"/>
            <a:ext cx="1392600" cy="11181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229" name="Google Shape;229;p29"/>
          <p:cNvSpPr txBox="1"/>
          <p:nvPr>
            <p:ph idx="9" type="body"/>
          </p:nvPr>
        </p:nvSpPr>
        <p:spPr>
          <a:xfrm>
            <a:off x="7319675" y="3245090"/>
            <a:ext cx="1392600" cy="11181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230" name="Google Shape;230;p29"/>
          <p:cNvSpPr txBox="1"/>
          <p:nvPr>
            <p:ph idx="13" type="body"/>
          </p:nvPr>
        </p:nvSpPr>
        <p:spPr>
          <a:xfrm>
            <a:off x="5597700" y="3245090"/>
            <a:ext cx="1392600" cy="11181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231" name="Google Shape;231;p29"/>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2" name="Google Shape;232;p29"/>
          <p:cNvSpPr txBox="1"/>
          <p:nvPr>
            <p:ph idx="14" type="subTitle"/>
          </p:nvPr>
        </p:nvSpPr>
        <p:spPr>
          <a:xfrm>
            <a:off x="431650" y="2946750"/>
            <a:ext cx="1392600" cy="2301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SzPts val="1200"/>
              <a:buNone/>
              <a:defRPr b="1" sz="1200">
                <a:solidFill>
                  <a:schemeClr val="accent1"/>
                </a:solidFill>
              </a:defRPr>
            </a:lvl1pPr>
            <a:lvl2pPr lvl="1" rtl="0">
              <a:lnSpc>
                <a:spcPct val="100000"/>
              </a:lnSpc>
              <a:spcBef>
                <a:spcPts val="0"/>
              </a:spcBef>
              <a:spcAft>
                <a:spcPts val="0"/>
              </a:spcAft>
              <a:buSzPts val="1200"/>
              <a:buNone/>
              <a:defRPr b="1" sz="1200">
                <a:solidFill>
                  <a:schemeClr val="accent1"/>
                </a:solidFill>
              </a:defRPr>
            </a:lvl2pPr>
            <a:lvl3pPr lvl="2" rtl="0">
              <a:lnSpc>
                <a:spcPct val="100000"/>
              </a:lnSpc>
              <a:spcBef>
                <a:spcPts val="0"/>
              </a:spcBef>
              <a:spcAft>
                <a:spcPts val="0"/>
              </a:spcAft>
              <a:buSzPts val="1200"/>
              <a:buNone/>
              <a:defRPr b="1" sz="1200">
                <a:solidFill>
                  <a:schemeClr val="accent1"/>
                </a:solidFill>
              </a:defRPr>
            </a:lvl3pPr>
            <a:lvl4pPr lvl="3" rtl="0">
              <a:lnSpc>
                <a:spcPct val="100000"/>
              </a:lnSpc>
              <a:spcBef>
                <a:spcPts val="0"/>
              </a:spcBef>
              <a:spcAft>
                <a:spcPts val="0"/>
              </a:spcAft>
              <a:buSzPts val="1200"/>
              <a:buNone/>
              <a:defRPr b="1" sz="1200">
                <a:solidFill>
                  <a:schemeClr val="accent1"/>
                </a:solidFill>
              </a:defRPr>
            </a:lvl4pPr>
            <a:lvl5pPr lvl="4" rtl="0">
              <a:lnSpc>
                <a:spcPct val="100000"/>
              </a:lnSpc>
              <a:spcBef>
                <a:spcPts val="0"/>
              </a:spcBef>
              <a:spcAft>
                <a:spcPts val="0"/>
              </a:spcAft>
              <a:buSzPts val="1200"/>
              <a:buNone/>
              <a:defRPr b="1" sz="1200">
                <a:solidFill>
                  <a:schemeClr val="accent1"/>
                </a:solidFill>
              </a:defRPr>
            </a:lvl5pPr>
            <a:lvl6pPr lvl="5" rtl="0">
              <a:lnSpc>
                <a:spcPct val="100000"/>
              </a:lnSpc>
              <a:spcBef>
                <a:spcPts val="0"/>
              </a:spcBef>
              <a:spcAft>
                <a:spcPts val="0"/>
              </a:spcAft>
              <a:buSzPts val="1200"/>
              <a:buNone/>
              <a:defRPr b="1" sz="1200">
                <a:solidFill>
                  <a:schemeClr val="accent1"/>
                </a:solidFill>
              </a:defRPr>
            </a:lvl6pPr>
            <a:lvl7pPr lvl="6" rtl="0">
              <a:lnSpc>
                <a:spcPct val="100000"/>
              </a:lnSpc>
              <a:spcBef>
                <a:spcPts val="0"/>
              </a:spcBef>
              <a:spcAft>
                <a:spcPts val="0"/>
              </a:spcAft>
              <a:buSzPts val="1200"/>
              <a:buNone/>
              <a:defRPr b="1" sz="1200">
                <a:solidFill>
                  <a:schemeClr val="accent1"/>
                </a:solidFill>
              </a:defRPr>
            </a:lvl7pPr>
            <a:lvl8pPr lvl="7" rtl="0">
              <a:lnSpc>
                <a:spcPct val="100000"/>
              </a:lnSpc>
              <a:spcBef>
                <a:spcPts val="0"/>
              </a:spcBef>
              <a:spcAft>
                <a:spcPts val="0"/>
              </a:spcAft>
              <a:buSzPts val="1200"/>
              <a:buNone/>
              <a:defRPr b="1" sz="1200">
                <a:solidFill>
                  <a:schemeClr val="accent1"/>
                </a:solidFill>
              </a:defRPr>
            </a:lvl8pPr>
            <a:lvl9pPr lvl="8" rtl="0">
              <a:lnSpc>
                <a:spcPct val="100000"/>
              </a:lnSpc>
              <a:spcBef>
                <a:spcPts val="0"/>
              </a:spcBef>
              <a:spcAft>
                <a:spcPts val="0"/>
              </a:spcAft>
              <a:buSzPts val="1200"/>
              <a:buNone/>
              <a:defRPr b="1" sz="1200">
                <a:solidFill>
                  <a:schemeClr val="accent1"/>
                </a:solidFill>
              </a:defRPr>
            </a:lvl9pPr>
          </a:lstStyle>
          <a:p/>
        </p:txBody>
      </p:sp>
      <p:sp>
        <p:nvSpPr>
          <p:cNvPr id="233" name="Google Shape;233;p29"/>
          <p:cNvSpPr txBox="1"/>
          <p:nvPr>
            <p:ph idx="15" type="subTitle"/>
          </p:nvPr>
        </p:nvSpPr>
        <p:spPr>
          <a:xfrm>
            <a:off x="2153750" y="2946750"/>
            <a:ext cx="1392600" cy="2301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SzPts val="1200"/>
              <a:buNone/>
              <a:defRPr b="1" sz="1200">
                <a:solidFill>
                  <a:schemeClr val="accent1"/>
                </a:solidFill>
              </a:defRPr>
            </a:lvl1pPr>
            <a:lvl2pPr lvl="1" rtl="0">
              <a:lnSpc>
                <a:spcPct val="100000"/>
              </a:lnSpc>
              <a:spcBef>
                <a:spcPts val="0"/>
              </a:spcBef>
              <a:spcAft>
                <a:spcPts val="0"/>
              </a:spcAft>
              <a:buSzPts val="1200"/>
              <a:buNone/>
              <a:defRPr b="1" sz="1200">
                <a:solidFill>
                  <a:schemeClr val="accent1"/>
                </a:solidFill>
              </a:defRPr>
            </a:lvl2pPr>
            <a:lvl3pPr lvl="2" rtl="0">
              <a:lnSpc>
                <a:spcPct val="100000"/>
              </a:lnSpc>
              <a:spcBef>
                <a:spcPts val="0"/>
              </a:spcBef>
              <a:spcAft>
                <a:spcPts val="0"/>
              </a:spcAft>
              <a:buSzPts val="1200"/>
              <a:buNone/>
              <a:defRPr b="1" sz="1200">
                <a:solidFill>
                  <a:schemeClr val="accent1"/>
                </a:solidFill>
              </a:defRPr>
            </a:lvl3pPr>
            <a:lvl4pPr lvl="3" rtl="0">
              <a:lnSpc>
                <a:spcPct val="100000"/>
              </a:lnSpc>
              <a:spcBef>
                <a:spcPts val="0"/>
              </a:spcBef>
              <a:spcAft>
                <a:spcPts val="0"/>
              </a:spcAft>
              <a:buSzPts val="1200"/>
              <a:buNone/>
              <a:defRPr b="1" sz="1200">
                <a:solidFill>
                  <a:schemeClr val="accent1"/>
                </a:solidFill>
              </a:defRPr>
            </a:lvl4pPr>
            <a:lvl5pPr lvl="4" rtl="0">
              <a:lnSpc>
                <a:spcPct val="100000"/>
              </a:lnSpc>
              <a:spcBef>
                <a:spcPts val="0"/>
              </a:spcBef>
              <a:spcAft>
                <a:spcPts val="0"/>
              </a:spcAft>
              <a:buSzPts val="1200"/>
              <a:buNone/>
              <a:defRPr b="1" sz="1200">
                <a:solidFill>
                  <a:schemeClr val="accent1"/>
                </a:solidFill>
              </a:defRPr>
            </a:lvl5pPr>
            <a:lvl6pPr lvl="5" rtl="0">
              <a:lnSpc>
                <a:spcPct val="100000"/>
              </a:lnSpc>
              <a:spcBef>
                <a:spcPts val="0"/>
              </a:spcBef>
              <a:spcAft>
                <a:spcPts val="0"/>
              </a:spcAft>
              <a:buSzPts val="1200"/>
              <a:buNone/>
              <a:defRPr b="1" sz="1200">
                <a:solidFill>
                  <a:schemeClr val="accent1"/>
                </a:solidFill>
              </a:defRPr>
            </a:lvl6pPr>
            <a:lvl7pPr lvl="6" rtl="0">
              <a:lnSpc>
                <a:spcPct val="100000"/>
              </a:lnSpc>
              <a:spcBef>
                <a:spcPts val="0"/>
              </a:spcBef>
              <a:spcAft>
                <a:spcPts val="0"/>
              </a:spcAft>
              <a:buSzPts val="1200"/>
              <a:buNone/>
              <a:defRPr b="1" sz="1200">
                <a:solidFill>
                  <a:schemeClr val="accent1"/>
                </a:solidFill>
              </a:defRPr>
            </a:lvl7pPr>
            <a:lvl8pPr lvl="7" rtl="0">
              <a:lnSpc>
                <a:spcPct val="100000"/>
              </a:lnSpc>
              <a:spcBef>
                <a:spcPts val="0"/>
              </a:spcBef>
              <a:spcAft>
                <a:spcPts val="0"/>
              </a:spcAft>
              <a:buSzPts val="1200"/>
              <a:buNone/>
              <a:defRPr b="1" sz="1200">
                <a:solidFill>
                  <a:schemeClr val="accent1"/>
                </a:solidFill>
              </a:defRPr>
            </a:lvl8pPr>
            <a:lvl9pPr lvl="8" rtl="0">
              <a:lnSpc>
                <a:spcPct val="100000"/>
              </a:lnSpc>
              <a:spcBef>
                <a:spcPts val="0"/>
              </a:spcBef>
              <a:spcAft>
                <a:spcPts val="0"/>
              </a:spcAft>
              <a:buSzPts val="1200"/>
              <a:buNone/>
              <a:defRPr b="1" sz="1200">
                <a:solidFill>
                  <a:schemeClr val="accent1"/>
                </a:solidFill>
              </a:defRPr>
            </a:lvl9pPr>
          </a:lstStyle>
          <a:p/>
        </p:txBody>
      </p:sp>
      <p:sp>
        <p:nvSpPr>
          <p:cNvPr id="234" name="Google Shape;234;p29"/>
          <p:cNvSpPr txBox="1"/>
          <p:nvPr>
            <p:ph idx="16" type="subTitle"/>
          </p:nvPr>
        </p:nvSpPr>
        <p:spPr>
          <a:xfrm>
            <a:off x="3875850" y="2946750"/>
            <a:ext cx="1392600" cy="2301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SzPts val="1200"/>
              <a:buNone/>
              <a:defRPr b="1" sz="1200">
                <a:solidFill>
                  <a:schemeClr val="accent1"/>
                </a:solidFill>
              </a:defRPr>
            </a:lvl1pPr>
            <a:lvl2pPr lvl="1" rtl="0">
              <a:lnSpc>
                <a:spcPct val="100000"/>
              </a:lnSpc>
              <a:spcBef>
                <a:spcPts val="0"/>
              </a:spcBef>
              <a:spcAft>
                <a:spcPts val="0"/>
              </a:spcAft>
              <a:buSzPts val="1200"/>
              <a:buNone/>
              <a:defRPr b="1" sz="1200">
                <a:solidFill>
                  <a:schemeClr val="accent1"/>
                </a:solidFill>
              </a:defRPr>
            </a:lvl2pPr>
            <a:lvl3pPr lvl="2" rtl="0">
              <a:lnSpc>
                <a:spcPct val="100000"/>
              </a:lnSpc>
              <a:spcBef>
                <a:spcPts val="0"/>
              </a:spcBef>
              <a:spcAft>
                <a:spcPts val="0"/>
              </a:spcAft>
              <a:buSzPts val="1200"/>
              <a:buNone/>
              <a:defRPr b="1" sz="1200">
                <a:solidFill>
                  <a:schemeClr val="accent1"/>
                </a:solidFill>
              </a:defRPr>
            </a:lvl3pPr>
            <a:lvl4pPr lvl="3" rtl="0">
              <a:lnSpc>
                <a:spcPct val="100000"/>
              </a:lnSpc>
              <a:spcBef>
                <a:spcPts val="0"/>
              </a:spcBef>
              <a:spcAft>
                <a:spcPts val="0"/>
              </a:spcAft>
              <a:buSzPts val="1200"/>
              <a:buNone/>
              <a:defRPr b="1" sz="1200">
                <a:solidFill>
                  <a:schemeClr val="accent1"/>
                </a:solidFill>
              </a:defRPr>
            </a:lvl4pPr>
            <a:lvl5pPr lvl="4" rtl="0">
              <a:lnSpc>
                <a:spcPct val="100000"/>
              </a:lnSpc>
              <a:spcBef>
                <a:spcPts val="0"/>
              </a:spcBef>
              <a:spcAft>
                <a:spcPts val="0"/>
              </a:spcAft>
              <a:buSzPts val="1200"/>
              <a:buNone/>
              <a:defRPr b="1" sz="1200">
                <a:solidFill>
                  <a:schemeClr val="accent1"/>
                </a:solidFill>
              </a:defRPr>
            </a:lvl5pPr>
            <a:lvl6pPr lvl="5" rtl="0">
              <a:lnSpc>
                <a:spcPct val="100000"/>
              </a:lnSpc>
              <a:spcBef>
                <a:spcPts val="0"/>
              </a:spcBef>
              <a:spcAft>
                <a:spcPts val="0"/>
              </a:spcAft>
              <a:buSzPts val="1200"/>
              <a:buNone/>
              <a:defRPr b="1" sz="1200">
                <a:solidFill>
                  <a:schemeClr val="accent1"/>
                </a:solidFill>
              </a:defRPr>
            </a:lvl6pPr>
            <a:lvl7pPr lvl="6" rtl="0">
              <a:lnSpc>
                <a:spcPct val="100000"/>
              </a:lnSpc>
              <a:spcBef>
                <a:spcPts val="0"/>
              </a:spcBef>
              <a:spcAft>
                <a:spcPts val="0"/>
              </a:spcAft>
              <a:buSzPts val="1200"/>
              <a:buNone/>
              <a:defRPr b="1" sz="1200">
                <a:solidFill>
                  <a:schemeClr val="accent1"/>
                </a:solidFill>
              </a:defRPr>
            </a:lvl7pPr>
            <a:lvl8pPr lvl="7" rtl="0">
              <a:lnSpc>
                <a:spcPct val="100000"/>
              </a:lnSpc>
              <a:spcBef>
                <a:spcPts val="0"/>
              </a:spcBef>
              <a:spcAft>
                <a:spcPts val="0"/>
              </a:spcAft>
              <a:buSzPts val="1200"/>
              <a:buNone/>
              <a:defRPr b="1" sz="1200">
                <a:solidFill>
                  <a:schemeClr val="accent1"/>
                </a:solidFill>
              </a:defRPr>
            </a:lvl8pPr>
            <a:lvl9pPr lvl="8" rtl="0">
              <a:lnSpc>
                <a:spcPct val="100000"/>
              </a:lnSpc>
              <a:spcBef>
                <a:spcPts val="0"/>
              </a:spcBef>
              <a:spcAft>
                <a:spcPts val="0"/>
              </a:spcAft>
              <a:buSzPts val="1200"/>
              <a:buNone/>
              <a:defRPr b="1" sz="1200">
                <a:solidFill>
                  <a:schemeClr val="accent1"/>
                </a:solidFill>
              </a:defRPr>
            </a:lvl9pPr>
          </a:lstStyle>
          <a:p/>
        </p:txBody>
      </p:sp>
      <p:sp>
        <p:nvSpPr>
          <p:cNvPr id="235" name="Google Shape;235;p29"/>
          <p:cNvSpPr txBox="1"/>
          <p:nvPr>
            <p:ph idx="17" type="subTitle"/>
          </p:nvPr>
        </p:nvSpPr>
        <p:spPr>
          <a:xfrm>
            <a:off x="5597950" y="2946750"/>
            <a:ext cx="1392600" cy="2301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SzPts val="1200"/>
              <a:buNone/>
              <a:defRPr b="1" sz="1200">
                <a:solidFill>
                  <a:schemeClr val="accent1"/>
                </a:solidFill>
              </a:defRPr>
            </a:lvl1pPr>
            <a:lvl2pPr lvl="1" rtl="0">
              <a:lnSpc>
                <a:spcPct val="100000"/>
              </a:lnSpc>
              <a:spcBef>
                <a:spcPts val="0"/>
              </a:spcBef>
              <a:spcAft>
                <a:spcPts val="0"/>
              </a:spcAft>
              <a:buSzPts val="1200"/>
              <a:buNone/>
              <a:defRPr b="1" sz="1200">
                <a:solidFill>
                  <a:schemeClr val="accent1"/>
                </a:solidFill>
              </a:defRPr>
            </a:lvl2pPr>
            <a:lvl3pPr lvl="2" rtl="0">
              <a:lnSpc>
                <a:spcPct val="100000"/>
              </a:lnSpc>
              <a:spcBef>
                <a:spcPts val="0"/>
              </a:spcBef>
              <a:spcAft>
                <a:spcPts val="0"/>
              </a:spcAft>
              <a:buSzPts val="1200"/>
              <a:buNone/>
              <a:defRPr b="1" sz="1200">
                <a:solidFill>
                  <a:schemeClr val="accent1"/>
                </a:solidFill>
              </a:defRPr>
            </a:lvl3pPr>
            <a:lvl4pPr lvl="3" rtl="0">
              <a:lnSpc>
                <a:spcPct val="100000"/>
              </a:lnSpc>
              <a:spcBef>
                <a:spcPts val="0"/>
              </a:spcBef>
              <a:spcAft>
                <a:spcPts val="0"/>
              </a:spcAft>
              <a:buSzPts val="1200"/>
              <a:buNone/>
              <a:defRPr b="1" sz="1200">
                <a:solidFill>
                  <a:schemeClr val="accent1"/>
                </a:solidFill>
              </a:defRPr>
            </a:lvl4pPr>
            <a:lvl5pPr lvl="4" rtl="0">
              <a:lnSpc>
                <a:spcPct val="100000"/>
              </a:lnSpc>
              <a:spcBef>
                <a:spcPts val="0"/>
              </a:spcBef>
              <a:spcAft>
                <a:spcPts val="0"/>
              </a:spcAft>
              <a:buSzPts val="1200"/>
              <a:buNone/>
              <a:defRPr b="1" sz="1200">
                <a:solidFill>
                  <a:schemeClr val="accent1"/>
                </a:solidFill>
              </a:defRPr>
            </a:lvl5pPr>
            <a:lvl6pPr lvl="5" rtl="0">
              <a:lnSpc>
                <a:spcPct val="100000"/>
              </a:lnSpc>
              <a:spcBef>
                <a:spcPts val="0"/>
              </a:spcBef>
              <a:spcAft>
                <a:spcPts val="0"/>
              </a:spcAft>
              <a:buSzPts val="1200"/>
              <a:buNone/>
              <a:defRPr b="1" sz="1200">
                <a:solidFill>
                  <a:schemeClr val="accent1"/>
                </a:solidFill>
              </a:defRPr>
            </a:lvl6pPr>
            <a:lvl7pPr lvl="6" rtl="0">
              <a:lnSpc>
                <a:spcPct val="100000"/>
              </a:lnSpc>
              <a:spcBef>
                <a:spcPts val="0"/>
              </a:spcBef>
              <a:spcAft>
                <a:spcPts val="0"/>
              </a:spcAft>
              <a:buSzPts val="1200"/>
              <a:buNone/>
              <a:defRPr b="1" sz="1200">
                <a:solidFill>
                  <a:schemeClr val="accent1"/>
                </a:solidFill>
              </a:defRPr>
            </a:lvl7pPr>
            <a:lvl8pPr lvl="7" rtl="0">
              <a:lnSpc>
                <a:spcPct val="100000"/>
              </a:lnSpc>
              <a:spcBef>
                <a:spcPts val="0"/>
              </a:spcBef>
              <a:spcAft>
                <a:spcPts val="0"/>
              </a:spcAft>
              <a:buSzPts val="1200"/>
              <a:buNone/>
              <a:defRPr b="1" sz="1200">
                <a:solidFill>
                  <a:schemeClr val="accent1"/>
                </a:solidFill>
              </a:defRPr>
            </a:lvl8pPr>
            <a:lvl9pPr lvl="8" rtl="0">
              <a:lnSpc>
                <a:spcPct val="100000"/>
              </a:lnSpc>
              <a:spcBef>
                <a:spcPts val="0"/>
              </a:spcBef>
              <a:spcAft>
                <a:spcPts val="0"/>
              </a:spcAft>
              <a:buSzPts val="1200"/>
              <a:buNone/>
              <a:defRPr b="1" sz="1200">
                <a:solidFill>
                  <a:schemeClr val="accent1"/>
                </a:solidFill>
              </a:defRPr>
            </a:lvl9pPr>
          </a:lstStyle>
          <a:p/>
        </p:txBody>
      </p:sp>
      <p:sp>
        <p:nvSpPr>
          <p:cNvPr id="236" name="Google Shape;236;p29"/>
          <p:cNvSpPr txBox="1"/>
          <p:nvPr>
            <p:ph idx="18" type="subTitle"/>
          </p:nvPr>
        </p:nvSpPr>
        <p:spPr>
          <a:xfrm>
            <a:off x="7320050" y="2946750"/>
            <a:ext cx="1392600" cy="2301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SzPts val="1200"/>
              <a:buNone/>
              <a:defRPr b="1" sz="1200">
                <a:solidFill>
                  <a:schemeClr val="accent1"/>
                </a:solidFill>
              </a:defRPr>
            </a:lvl1pPr>
            <a:lvl2pPr lvl="1" rtl="0">
              <a:lnSpc>
                <a:spcPct val="100000"/>
              </a:lnSpc>
              <a:spcBef>
                <a:spcPts val="0"/>
              </a:spcBef>
              <a:spcAft>
                <a:spcPts val="0"/>
              </a:spcAft>
              <a:buSzPts val="1200"/>
              <a:buNone/>
              <a:defRPr b="1" sz="1200">
                <a:solidFill>
                  <a:schemeClr val="accent1"/>
                </a:solidFill>
              </a:defRPr>
            </a:lvl2pPr>
            <a:lvl3pPr lvl="2" rtl="0">
              <a:lnSpc>
                <a:spcPct val="100000"/>
              </a:lnSpc>
              <a:spcBef>
                <a:spcPts val="0"/>
              </a:spcBef>
              <a:spcAft>
                <a:spcPts val="0"/>
              </a:spcAft>
              <a:buSzPts val="1200"/>
              <a:buNone/>
              <a:defRPr b="1" sz="1200">
                <a:solidFill>
                  <a:schemeClr val="accent1"/>
                </a:solidFill>
              </a:defRPr>
            </a:lvl3pPr>
            <a:lvl4pPr lvl="3" rtl="0">
              <a:lnSpc>
                <a:spcPct val="100000"/>
              </a:lnSpc>
              <a:spcBef>
                <a:spcPts val="0"/>
              </a:spcBef>
              <a:spcAft>
                <a:spcPts val="0"/>
              </a:spcAft>
              <a:buSzPts val="1200"/>
              <a:buNone/>
              <a:defRPr b="1" sz="1200">
                <a:solidFill>
                  <a:schemeClr val="accent1"/>
                </a:solidFill>
              </a:defRPr>
            </a:lvl4pPr>
            <a:lvl5pPr lvl="4" rtl="0">
              <a:lnSpc>
                <a:spcPct val="100000"/>
              </a:lnSpc>
              <a:spcBef>
                <a:spcPts val="0"/>
              </a:spcBef>
              <a:spcAft>
                <a:spcPts val="0"/>
              </a:spcAft>
              <a:buSzPts val="1200"/>
              <a:buNone/>
              <a:defRPr b="1" sz="1200">
                <a:solidFill>
                  <a:schemeClr val="accent1"/>
                </a:solidFill>
              </a:defRPr>
            </a:lvl5pPr>
            <a:lvl6pPr lvl="5" rtl="0">
              <a:lnSpc>
                <a:spcPct val="100000"/>
              </a:lnSpc>
              <a:spcBef>
                <a:spcPts val="0"/>
              </a:spcBef>
              <a:spcAft>
                <a:spcPts val="0"/>
              </a:spcAft>
              <a:buSzPts val="1200"/>
              <a:buNone/>
              <a:defRPr b="1" sz="1200">
                <a:solidFill>
                  <a:schemeClr val="accent1"/>
                </a:solidFill>
              </a:defRPr>
            </a:lvl6pPr>
            <a:lvl7pPr lvl="6" rtl="0">
              <a:lnSpc>
                <a:spcPct val="100000"/>
              </a:lnSpc>
              <a:spcBef>
                <a:spcPts val="0"/>
              </a:spcBef>
              <a:spcAft>
                <a:spcPts val="0"/>
              </a:spcAft>
              <a:buSzPts val="1200"/>
              <a:buNone/>
              <a:defRPr b="1" sz="1200">
                <a:solidFill>
                  <a:schemeClr val="accent1"/>
                </a:solidFill>
              </a:defRPr>
            </a:lvl7pPr>
            <a:lvl8pPr lvl="7" rtl="0">
              <a:lnSpc>
                <a:spcPct val="100000"/>
              </a:lnSpc>
              <a:spcBef>
                <a:spcPts val="0"/>
              </a:spcBef>
              <a:spcAft>
                <a:spcPts val="0"/>
              </a:spcAft>
              <a:buSzPts val="1200"/>
              <a:buNone/>
              <a:defRPr b="1" sz="1200">
                <a:solidFill>
                  <a:schemeClr val="accent1"/>
                </a:solidFill>
              </a:defRPr>
            </a:lvl8pPr>
            <a:lvl9pPr lvl="8" rtl="0">
              <a:lnSpc>
                <a:spcPct val="100000"/>
              </a:lnSpc>
              <a:spcBef>
                <a:spcPts val="0"/>
              </a:spcBef>
              <a:spcAft>
                <a:spcPts val="0"/>
              </a:spcAft>
              <a:buSzPts val="1200"/>
              <a:buNone/>
              <a:defRPr b="1" sz="1200">
                <a:solidFill>
                  <a:schemeClr val="accen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_10 circle images">
  <p:cSld name="TITLE_ONLY_1_2_1_2">
    <p:spTree>
      <p:nvGrpSpPr>
        <p:cNvPr id="237" name="Shape 237"/>
        <p:cNvGrpSpPr/>
        <p:nvPr/>
      </p:nvGrpSpPr>
      <p:grpSpPr>
        <a:xfrm>
          <a:off x="0" y="0"/>
          <a:ext cx="0" cy="0"/>
          <a:chOff x="0" y="0"/>
          <a:chExt cx="0" cy="0"/>
        </a:xfrm>
      </p:grpSpPr>
      <p:sp>
        <p:nvSpPr>
          <p:cNvPr id="238" name="Google Shape;238;p30"/>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0"/>
          <p:cNvSpPr/>
          <p:nvPr>
            <p:ph idx="2" type="pic"/>
          </p:nvPr>
        </p:nvSpPr>
        <p:spPr>
          <a:xfrm>
            <a:off x="431775" y="1328052"/>
            <a:ext cx="1392600" cy="1392600"/>
          </a:xfrm>
          <a:prstGeom prst="ellipse">
            <a:avLst/>
          </a:prstGeom>
          <a:noFill/>
          <a:ln>
            <a:noFill/>
          </a:ln>
        </p:spPr>
      </p:sp>
      <p:sp>
        <p:nvSpPr>
          <p:cNvPr id="240" name="Google Shape;240;p30"/>
          <p:cNvSpPr/>
          <p:nvPr>
            <p:ph idx="3" type="pic"/>
          </p:nvPr>
        </p:nvSpPr>
        <p:spPr>
          <a:xfrm>
            <a:off x="2153751" y="1328052"/>
            <a:ext cx="1392600" cy="1392600"/>
          </a:xfrm>
          <a:prstGeom prst="ellipse">
            <a:avLst/>
          </a:prstGeom>
          <a:noFill/>
          <a:ln>
            <a:noFill/>
          </a:ln>
        </p:spPr>
      </p:sp>
      <p:sp>
        <p:nvSpPr>
          <p:cNvPr id="241" name="Google Shape;241;p30"/>
          <p:cNvSpPr/>
          <p:nvPr>
            <p:ph idx="4" type="pic"/>
          </p:nvPr>
        </p:nvSpPr>
        <p:spPr>
          <a:xfrm>
            <a:off x="3875727" y="1328052"/>
            <a:ext cx="1392600" cy="1392600"/>
          </a:xfrm>
          <a:prstGeom prst="ellipse">
            <a:avLst/>
          </a:prstGeom>
          <a:noFill/>
          <a:ln>
            <a:noFill/>
          </a:ln>
        </p:spPr>
      </p:sp>
      <p:sp>
        <p:nvSpPr>
          <p:cNvPr id="242" name="Google Shape;242;p30"/>
          <p:cNvSpPr/>
          <p:nvPr>
            <p:ph idx="5" type="pic"/>
          </p:nvPr>
        </p:nvSpPr>
        <p:spPr>
          <a:xfrm>
            <a:off x="5597703" y="1328052"/>
            <a:ext cx="1392600" cy="1392600"/>
          </a:xfrm>
          <a:prstGeom prst="ellipse">
            <a:avLst/>
          </a:prstGeom>
          <a:noFill/>
          <a:ln>
            <a:noFill/>
          </a:ln>
        </p:spPr>
      </p:sp>
      <p:sp>
        <p:nvSpPr>
          <p:cNvPr id="243" name="Google Shape;243;p30"/>
          <p:cNvSpPr/>
          <p:nvPr>
            <p:ph idx="6" type="pic"/>
          </p:nvPr>
        </p:nvSpPr>
        <p:spPr>
          <a:xfrm>
            <a:off x="7319678" y="1328052"/>
            <a:ext cx="1392600" cy="1392600"/>
          </a:xfrm>
          <a:prstGeom prst="ellipse">
            <a:avLst/>
          </a:prstGeom>
          <a:noFill/>
          <a:ln>
            <a:noFill/>
          </a:ln>
        </p:spPr>
      </p:sp>
      <p:sp>
        <p:nvSpPr>
          <p:cNvPr id="244" name="Google Shape;244;p30"/>
          <p:cNvSpPr/>
          <p:nvPr>
            <p:ph idx="7" type="pic"/>
          </p:nvPr>
        </p:nvSpPr>
        <p:spPr>
          <a:xfrm>
            <a:off x="431775" y="2960277"/>
            <a:ext cx="1392600" cy="1392600"/>
          </a:xfrm>
          <a:prstGeom prst="ellipse">
            <a:avLst/>
          </a:prstGeom>
          <a:noFill/>
          <a:ln>
            <a:noFill/>
          </a:ln>
        </p:spPr>
      </p:sp>
      <p:sp>
        <p:nvSpPr>
          <p:cNvPr id="245" name="Google Shape;245;p30"/>
          <p:cNvSpPr/>
          <p:nvPr>
            <p:ph idx="8" type="pic"/>
          </p:nvPr>
        </p:nvSpPr>
        <p:spPr>
          <a:xfrm>
            <a:off x="2153751" y="2960277"/>
            <a:ext cx="1392600" cy="1392600"/>
          </a:xfrm>
          <a:prstGeom prst="ellipse">
            <a:avLst/>
          </a:prstGeom>
          <a:noFill/>
          <a:ln>
            <a:noFill/>
          </a:ln>
        </p:spPr>
      </p:sp>
      <p:sp>
        <p:nvSpPr>
          <p:cNvPr id="246" name="Google Shape;246;p30"/>
          <p:cNvSpPr/>
          <p:nvPr>
            <p:ph idx="9" type="pic"/>
          </p:nvPr>
        </p:nvSpPr>
        <p:spPr>
          <a:xfrm>
            <a:off x="3875727" y="2960277"/>
            <a:ext cx="1392600" cy="1392600"/>
          </a:xfrm>
          <a:prstGeom prst="ellipse">
            <a:avLst/>
          </a:prstGeom>
          <a:noFill/>
          <a:ln>
            <a:noFill/>
          </a:ln>
        </p:spPr>
      </p:sp>
      <p:sp>
        <p:nvSpPr>
          <p:cNvPr id="247" name="Google Shape;247;p30"/>
          <p:cNvSpPr/>
          <p:nvPr>
            <p:ph idx="13" type="pic"/>
          </p:nvPr>
        </p:nvSpPr>
        <p:spPr>
          <a:xfrm>
            <a:off x="5597703" y="2960277"/>
            <a:ext cx="1392600" cy="1392600"/>
          </a:xfrm>
          <a:prstGeom prst="ellipse">
            <a:avLst/>
          </a:prstGeom>
          <a:noFill/>
          <a:ln>
            <a:noFill/>
          </a:ln>
        </p:spPr>
      </p:sp>
      <p:sp>
        <p:nvSpPr>
          <p:cNvPr id="248" name="Google Shape;248;p30"/>
          <p:cNvSpPr/>
          <p:nvPr>
            <p:ph idx="14" type="pic"/>
          </p:nvPr>
        </p:nvSpPr>
        <p:spPr>
          <a:xfrm>
            <a:off x="7319678" y="2960277"/>
            <a:ext cx="1392600" cy="1392600"/>
          </a:xfrm>
          <a:prstGeom prst="ellipse">
            <a:avLst/>
          </a:prstGeom>
          <a:noFill/>
          <a:ln>
            <a:noFill/>
          </a:ln>
        </p:spPr>
      </p:sp>
      <p:sp>
        <p:nvSpPr>
          <p:cNvPr id="249" name="Google Shape;249;p30"/>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_16 circle images">
  <p:cSld name="TITLE_ONLY_1_2_1_1_2">
    <p:spTree>
      <p:nvGrpSpPr>
        <p:cNvPr id="250" name="Shape 250"/>
        <p:cNvGrpSpPr/>
        <p:nvPr/>
      </p:nvGrpSpPr>
      <p:grpSpPr>
        <a:xfrm>
          <a:off x="0" y="0"/>
          <a:ext cx="0" cy="0"/>
          <a:chOff x="0" y="0"/>
          <a:chExt cx="0" cy="0"/>
        </a:xfrm>
      </p:grpSpPr>
      <p:sp>
        <p:nvSpPr>
          <p:cNvPr id="251" name="Google Shape;251;p31"/>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2" name="Google Shape;252;p31"/>
          <p:cNvSpPr/>
          <p:nvPr>
            <p:ph idx="2" type="pic"/>
          </p:nvPr>
        </p:nvSpPr>
        <p:spPr>
          <a:xfrm>
            <a:off x="1603075" y="1231975"/>
            <a:ext cx="1022400" cy="1022400"/>
          </a:xfrm>
          <a:prstGeom prst="ellipse">
            <a:avLst/>
          </a:prstGeom>
          <a:noFill/>
          <a:ln>
            <a:noFill/>
          </a:ln>
        </p:spPr>
      </p:sp>
      <p:sp>
        <p:nvSpPr>
          <p:cNvPr id="253" name="Google Shape;253;p31"/>
          <p:cNvSpPr/>
          <p:nvPr>
            <p:ph idx="3" type="pic"/>
          </p:nvPr>
        </p:nvSpPr>
        <p:spPr>
          <a:xfrm>
            <a:off x="2867533" y="1231975"/>
            <a:ext cx="1022400" cy="1022400"/>
          </a:xfrm>
          <a:prstGeom prst="ellipse">
            <a:avLst/>
          </a:prstGeom>
          <a:noFill/>
          <a:ln>
            <a:noFill/>
          </a:ln>
        </p:spPr>
      </p:sp>
      <p:sp>
        <p:nvSpPr>
          <p:cNvPr id="254" name="Google Shape;254;p31"/>
          <p:cNvSpPr/>
          <p:nvPr>
            <p:ph idx="4" type="pic"/>
          </p:nvPr>
        </p:nvSpPr>
        <p:spPr>
          <a:xfrm>
            <a:off x="4131992" y="1231975"/>
            <a:ext cx="1022400" cy="1022400"/>
          </a:xfrm>
          <a:prstGeom prst="ellipse">
            <a:avLst/>
          </a:prstGeom>
          <a:noFill/>
          <a:ln>
            <a:noFill/>
          </a:ln>
        </p:spPr>
      </p:sp>
      <p:sp>
        <p:nvSpPr>
          <p:cNvPr id="255" name="Google Shape;255;p31"/>
          <p:cNvSpPr/>
          <p:nvPr>
            <p:ph idx="5" type="pic"/>
          </p:nvPr>
        </p:nvSpPr>
        <p:spPr>
          <a:xfrm>
            <a:off x="5396450" y="1231975"/>
            <a:ext cx="1022400" cy="1022400"/>
          </a:xfrm>
          <a:prstGeom prst="ellipse">
            <a:avLst/>
          </a:prstGeom>
          <a:noFill/>
          <a:ln>
            <a:noFill/>
          </a:ln>
        </p:spPr>
      </p:sp>
      <p:sp>
        <p:nvSpPr>
          <p:cNvPr id="256" name="Google Shape;256;p31"/>
          <p:cNvSpPr/>
          <p:nvPr>
            <p:ph idx="6" type="pic"/>
          </p:nvPr>
        </p:nvSpPr>
        <p:spPr>
          <a:xfrm>
            <a:off x="6660908" y="1231975"/>
            <a:ext cx="1022400" cy="1022400"/>
          </a:xfrm>
          <a:prstGeom prst="ellipse">
            <a:avLst/>
          </a:prstGeom>
          <a:noFill/>
          <a:ln>
            <a:noFill/>
          </a:ln>
        </p:spPr>
      </p:sp>
      <p:sp>
        <p:nvSpPr>
          <p:cNvPr id="257" name="Google Shape;257;p31"/>
          <p:cNvSpPr/>
          <p:nvPr>
            <p:ph idx="7" type="pic"/>
          </p:nvPr>
        </p:nvSpPr>
        <p:spPr>
          <a:xfrm>
            <a:off x="1603075" y="3441714"/>
            <a:ext cx="1022400" cy="1022400"/>
          </a:xfrm>
          <a:prstGeom prst="ellipse">
            <a:avLst/>
          </a:prstGeom>
          <a:noFill/>
          <a:ln>
            <a:noFill/>
          </a:ln>
        </p:spPr>
      </p:sp>
      <p:sp>
        <p:nvSpPr>
          <p:cNvPr id="258" name="Google Shape;258;p31"/>
          <p:cNvSpPr/>
          <p:nvPr>
            <p:ph idx="8" type="pic"/>
          </p:nvPr>
        </p:nvSpPr>
        <p:spPr>
          <a:xfrm>
            <a:off x="2867533" y="3441714"/>
            <a:ext cx="1022400" cy="1022400"/>
          </a:xfrm>
          <a:prstGeom prst="ellipse">
            <a:avLst/>
          </a:prstGeom>
          <a:noFill/>
          <a:ln>
            <a:noFill/>
          </a:ln>
        </p:spPr>
      </p:sp>
      <p:sp>
        <p:nvSpPr>
          <p:cNvPr id="259" name="Google Shape;259;p31"/>
          <p:cNvSpPr/>
          <p:nvPr>
            <p:ph idx="9" type="pic"/>
          </p:nvPr>
        </p:nvSpPr>
        <p:spPr>
          <a:xfrm>
            <a:off x="4131992" y="3441714"/>
            <a:ext cx="1022400" cy="1022400"/>
          </a:xfrm>
          <a:prstGeom prst="ellipse">
            <a:avLst/>
          </a:prstGeom>
          <a:noFill/>
          <a:ln>
            <a:noFill/>
          </a:ln>
        </p:spPr>
      </p:sp>
      <p:sp>
        <p:nvSpPr>
          <p:cNvPr id="260" name="Google Shape;260;p31"/>
          <p:cNvSpPr/>
          <p:nvPr>
            <p:ph idx="13" type="pic"/>
          </p:nvPr>
        </p:nvSpPr>
        <p:spPr>
          <a:xfrm>
            <a:off x="5396450" y="3441714"/>
            <a:ext cx="1022400" cy="1022400"/>
          </a:xfrm>
          <a:prstGeom prst="ellipse">
            <a:avLst/>
          </a:prstGeom>
          <a:noFill/>
          <a:ln>
            <a:noFill/>
          </a:ln>
        </p:spPr>
      </p:sp>
      <p:sp>
        <p:nvSpPr>
          <p:cNvPr id="261" name="Google Shape;261;p31"/>
          <p:cNvSpPr/>
          <p:nvPr>
            <p:ph idx="14" type="pic"/>
          </p:nvPr>
        </p:nvSpPr>
        <p:spPr>
          <a:xfrm>
            <a:off x="6660908" y="3441714"/>
            <a:ext cx="1022400" cy="1022400"/>
          </a:xfrm>
          <a:prstGeom prst="ellipse">
            <a:avLst/>
          </a:prstGeom>
          <a:noFill/>
          <a:ln>
            <a:noFill/>
          </a:ln>
        </p:spPr>
      </p:sp>
      <p:sp>
        <p:nvSpPr>
          <p:cNvPr id="262" name="Google Shape;262;p31"/>
          <p:cNvSpPr/>
          <p:nvPr>
            <p:ph idx="15" type="pic"/>
          </p:nvPr>
        </p:nvSpPr>
        <p:spPr>
          <a:xfrm>
            <a:off x="970863" y="2336839"/>
            <a:ext cx="1022400" cy="1022400"/>
          </a:xfrm>
          <a:prstGeom prst="ellipse">
            <a:avLst/>
          </a:prstGeom>
          <a:noFill/>
          <a:ln>
            <a:noFill/>
          </a:ln>
        </p:spPr>
      </p:sp>
      <p:sp>
        <p:nvSpPr>
          <p:cNvPr id="263" name="Google Shape;263;p31"/>
          <p:cNvSpPr/>
          <p:nvPr>
            <p:ph idx="16" type="pic"/>
          </p:nvPr>
        </p:nvSpPr>
        <p:spPr>
          <a:xfrm>
            <a:off x="2235321" y="2336839"/>
            <a:ext cx="1022400" cy="1022400"/>
          </a:xfrm>
          <a:prstGeom prst="ellipse">
            <a:avLst/>
          </a:prstGeom>
          <a:noFill/>
          <a:ln>
            <a:noFill/>
          </a:ln>
        </p:spPr>
      </p:sp>
      <p:sp>
        <p:nvSpPr>
          <p:cNvPr id="264" name="Google Shape;264;p31"/>
          <p:cNvSpPr/>
          <p:nvPr>
            <p:ph idx="17" type="pic"/>
          </p:nvPr>
        </p:nvSpPr>
        <p:spPr>
          <a:xfrm>
            <a:off x="3499779" y="2336839"/>
            <a:ext cx="1022400" cy="1022400"/>
          </a:xfrm>
          <a:prstGeom prst="ellipse">
            <a:avLst/>
          </a:prstGeom>
          <a:noFill/>
          <a:ln>
            <a:noFill/>
          </a:ln>
        </p:spPr>
      </p:sp>
      <p:sp>
        <p:nvSpPr>
          <p:cNvPr id="265" name="Google Shape;265;p31"/>
          <p:cNvSpPr/>
          <p:nvPr>
            <p:ph idx="18" type="pic"/>
          </p:nvPr>
        </p:nvSpPr>
        <p:spPr>
          <a:xfrm>
            <a:off x="4764237" y="2336839"/>
            <a:ext cx="1022400" cy="1022400"/>
          </a:xfrm>
          <a:prstGeom prst="ellipse">
            <a:avLst/>
          </a:prstGeom>
          <a:noFill/>
          <a:ln>
            <a:noFill/>
          </a:ln>
        </p:spPr>
      </p:sp>
      <p:sp>
        <p:nvSpPr>
          <p:cNvPr id="266" name="Google Shape;266;p31"/>
          <p:cNvSpPr/>
          <p:nvPr>
            <p:ph idx="19" type="pic"/>
          </p:nvPr>
        </p:nvSpPr>
        <p:spPr>
          <a:xfrm>
            <a:off x="6028696" y="2336839"/>
            <a:ext cx="1022400" cy="1022400"/>
          </a:xfrm>
          <a:prstGeom prst="ellipse">
            <a:avLst/>
          </a:prstGeom>
          <a:noFill/>
          <a:ln>
            <a:noFill/>
          </a:ln>
        </p:spPr>
      </p:sp>
      <p:sp>
        <p:nvSpPr>
          <p:cNvPr id="267" name="Google Shape;267;p31"/>
          <p:cNvSpPr/>
          <p:nvPr>
            <p:ph idx="20" type="pic"/>
          </p:nvPr>
        </p:nvSpPr>
        <p:spPr>
          <a:xfrm>
            <a:off x="7293146" y="2336839"/>
            <a:ext cx="1022400" cy="1022400"/>
          </a:xfrm>
          <a:prstGeom prst="ellipse">
            <a:avLst/>
          </a:prstGeom>
          <a:noFill/>
          <a:ln>
            <a:noFill/>
          </a:ln>
        </p:spPr>
      </p:sp>
      <p:sp>
        <p:nvSpPr>
          <p:cNvPr id="268" name="Google Shape;268;p31"/>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_21 circle images">
  <p:cSld name="TITLE_ONLY_1_2_1_1_1_2">
    <p:spTree>
      <p:nvGrpSpPr>
        <p:cNvPr id="269" name="Shape 269"/>
        <p:cNvGrpSpPr/>
        <p:nvPr/>
      </p:nvGrpSpPr>
      <p:grpSpPr>
        <a:xfrm>
          <a:off x="0" y="0"/>
          <a:ext cx="0" cy="0"/>
          <a:chOff x="0" y="0"/>
          <a:chExt cx="0" cy="0"/>
        </a:xfrm>
      </p:grpSpPr>
      <p:sp>
        <p:nvSpPr>
          <p:cNvPr id="270" name="Google Shape;270;p32"/>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71" name="Google Shape;271;p32"/>
          <p:cNvSpPr/>
          <p:nvPr>
            <p:ph idx="2" type="pic"/>
          </p:nvPr>
        </p:nvSpPr>
        <p:spPr>
          <a:xfrm>
            <a:off x="1641426" y="2336839"/>
            <a:ext cx="1022400" cy="1022400"/>
          </a:xfrm>
          <a:prstGeom prst="ellipse">
            <a:avLst/>
          </a:prstGeom>
          <a:noFill/>
          <a:ln>
            <a:noFill/>
          </a:ln>
        </p:spPr>
      </p:sp>
      <p:sp>
        <p:nvSpPr>
          <p:cNvPr id="272" name="Google Shape;272;p32"/>
          <p:cNvSpPr/>
          <p:nvPr>
            <p:ph idx="3" type="pic"/>
          </p:nvPr>
        </p:nvSpPr>
        <p:spPr>
          <a:xfrm>
            <a:off x="2851128" y="2336839"/>
            <a:ext cx="1022400" cy="1022400"/>
          </a:xfrm>
          <a:prstGeom prst="ellipse">
            <a:avLst/>
          </a:prstGeom>
          <a:noFill/>
          <a:ln>
            <a:noFill/>
          </a:ln>
        </p:spPr>
      </p:sp>
      <p:sp>
        <p:nvSpPr>
          <p:cNvPr id="273" name="Google Shape;273;p32"/>
          <p:cNvSpPr/>
          <p:nvPr>
            <p:ph idx="4" type="pic"/>
          </p:nvPr>
        </p:nvSpPr>
        <p:spPr>
          <a:xfrm>
            <a:off x="4060829" y="2336839"/>
            <a:ext cx="1022400" cy="1022400"/>
          </a:xfrm>
          <a:prstGeom prst="ellipse">
            <a:avLst/>
          </a:prstGeom>
          <a:noFill/>
          <a:ln>
            <a:noFill/>
          </a:ln>
        </p:spPr>
      </p:sp>
      <p:sp>
        <p:nvSpPr>
          <p:cNvPr id="274" name="Google Shape;274;p32"/>
          <p:cNvSpPr/>
          <p:nvPr>
            <p:ph idx="5" type="pic"/>
          </p:nvPr>
        </p:nvSpPr>
        <p:spPr>
          <a:xfrm>
            <a:off x="5270531" y="2336839"/>
            <a:ext cx="1022400" cy="1022400"/>
          </a:xfrm>
          <a:prstGeom prst="ellipse">
            <a:avLst/>
          </a:prstGeom>
          <a:noFill/>
          <a:ln>
            <a:noFill/>
          </a:ln>
        </p:spPr>
      </p:sp>
      <p:sp>
        <p:nvSpPr>
          <p:cNvPr id="275" name="Google Shape;275;p32"/>
          <p:cNvSpPr/>
          <p:nvPr>
            <p:ph idx="6" type="pic"/>
          </p:nvPr>
        </p:nvSpPr>
        <p:spPr>
          <a:xfrm>
            <a:off x="6480232" y="2336839"/>
            <a:ext cx="1022400" cy="1022400"/>
          </a:xfrm>
          <a:prstGeom prst="ellipse">
            <a:avLst/>
          </a:prstGeom>
          <a:noFill/>
          <a:ln>
            <a:noFill/>
          </a:ln>
        </p:spPr>
      </p:sp>
      <p:sp>
        <p:nvSpPr>
          <p:cNvPr id="276" name="Google Shape;276;p32"/>
          <p:cNvSpPr/>
          <p:nvPr>
            <p:ph idx="7" type="pic"/>
          </p:nvPr>
        </p:nvSpPr>
        <p:spPr>
          <a:xfrm>
            <a:off x="7689933" y="2336839"/>
            <a:ext cx="1022400" cy="1022400"/>
          </a:xfrm>
          <a:prstGeom prst="ellipse">
            <a:avLst/>
          </a:prstGeom>
          <a:noFill/>
          <a:ln>
            <a:noFill/>
          </a:ln>
        </p:spPr>
      </p:sp>
      <p:sp>
        <p:nvSpPr>
          <p:cNvPr id="277" name="Google Shape;277;p32"/>
          <p:cNvSpPr/>
          <p:nvPr>
            <p:ph idx="8" type="pic"/>
          </p:nvPr>
        </p:nvSpPr>
        <p:spPr>
          <a:xfrm>
            <a:off x="431725" y="2336839"/>
            <a:ext cx="1022400" cy="1022400"/>
          </a:xfrm>
          <a:prstGeom prst="ellipse">
            <a:avLst/>
          </a:prstGeom>
          <a:noFill/>
          <a:ln>
            <a:noFill/>
          </a:ln>
        </p:spPr>
      </p:sp>
      <p:sp>
        <p:nvSpPr>
          <p:cNvPr id="278" name="Google Shape;278;p32"/>
          <p:cNvSpPr/>
          <p:nvPr>
            <p:ph idx="9" type="pic"/>
          </p:nvPr>
        </p:nvSpPr>
        <p:spPr>
          <a:xfrm>
            <a:off x="1641426" y="1182314"/>
            <a:ext cx="1022400" cy="1022400"/>
          </a:xfrm>
          <a:prstGeom prst="ellipse">
            <a:avLst/>
          </a:prstGeom>
          <a:noFill/>
          <a:ln>
            <a:noFill/>
          </a:ln>
        </p:spPr>
      </p:sp>
      <p:sp>
        <p:nvSpPr>
          <p:cNvPr id="279" name="Google Shape;279;p32"/>
          <p:cNvSpPr/>
          <p:nvPr>
            <p:ph idx="13" type="pic"/>
          </p:nvPr>
        </p:nvSpPr>
        <p:spPr>
          <a:xfrm>
            <a:off x="2851128" y="1182314"/>
            <a:ext cx="1022400" cy="1022400"/>
          </a:xfrm>
          <a:prstGeom prst="ellipse">
            <a:avLst/>
          </a:prstGeom>
          <a:noFill/>
          <a:ln>
            <a:noFill/>
          </a:ln>
        </p:spPr>
      </p:sp>
      <p:sp>
        <p:nvSpPr>
          <p:cNvPr id="280" name="Google Shape;280;p32"/>
          <p:cNvSpPr/>
          <p:nvPr>
            <p:ph idx="14" type="pic"/>
          </p:nvPr>
        </p:nvSpPr>
        <p:spPr>
          <a:xfrm>
            <a:off x="4060829" y="1182314"/>
            <a:ext cx="1022400" cy="1022400"/>
          </a:xfrm>
          <a:prstGeom prst="ellipse">
            <a:avLst/>
          </a:prstGeom>
          <a:noFill/>
          <a:ln>
            <a:noFill/>
          </a:ln>
        </p:spPr>
      </p:sp>
      <p:sp>
        <p:nvSpPr>
          <p:cNvPr id="281" name="Google Shape;281;p32"/>
          <p:cNvSpPr/>
          <p:nvPr>
            <p:ph idx="15" type="pic"/>
          </p:nvPr>
        </p:nvSpPr>
        <p:spPr>
          <a:xfrm>
            <a:off x="5270531" y="1182314"/>
            <a:ext cx="1022400" cy="1022400"/>
          </a:xfrm>
          <a:prstGeom prst="ellipse">
            <a:avLst/>
          </a:prstGeom>
          <a:noFill/>
          <a:ln>
            <a:noFill/>
          </a:ln>
        </p:spPr>
      </p:sp>
      <p:sp>
        <p:nvSpPr>
          <p:cNvPr id="282" name="Google Shape;282;p32"/>
          <p:cNvSpPr/>
          <p:nvPr>
            <p:ph idx="16" type="pic"/>
          </p:nvPr>
        </p:nvSpPr>
        <p:spPr>
          <a:xfrm>
            <a:off x="6480232" y="1182314"/>
            <a:ext cx="1022400" cy="1022400"/>
          </a:xfrm>
          <a:prstGeom prst="ellipse">
            <a:avLst/>
          </a:prstGeom>
          <a:noFill/>
          <a:ln>
            <a:noFill/>
          </a:ln>
        </p:spPr>
      </p:sp>
      <p:sp>
        <p:nvSpPr>
          <p:cNvPr id="283" name="Google Shape;283;p32"/>
          <p:cNvSpPr/>
          <p:nvPr>
            <p:ph idx="17" type="pic"/>
          </p:nvPr>
        </p:nvSpPr>
        <p:spPr>
          <a:xfrm>
            <a:off x="7689933" y="1182314"/>
            <a:ext cx="1022400" cy="1022400"/>
          </a:xfrm>
          <a:prstGeom prst="ellipse">
            <a:avLst/>
          </a:prstGeom>
          <a:noFill/>
          <a:ln>
            <a:noFill/>
          </a:ln>
        </p:spPr>
      </p:sp>
      <p:sp>
        <p:nvSpPr>
          <p:cNvPr id="284" name="Google Shape;284;p32"/>
          <p:cNvSpPr/>
          <p:nvPr>
            <p:ph idx="18" type="pic"/>
          </p:nvPr>
        </p:nvSpPr>
        <p:spPr>
          <a:xfrm>
            <a:off x="431725" y="1182314"/>
            <a:ext cx="1022400" cy="1022400"/>
          </a:xfrm>
          <a:prstGeom prst="ellipse">
            <a:avLst/>
          </a:prstGeom>
          <a:noFill/>
          <a:ln>
            <a:noFill/>
          </a:ln>
        </p:spPr>
      </p:sp>
      <p:sp>
        <p:nvSpPr>
          <p:cNvPr id="285" name="Google Shape;285;p32"/>
          <p:cNvSpPr/>
          <p:nvPr>
            <p:ph idx="19" type="pic"/>
          </p:nvPr>
        </p:nvSpPr>
        <p:spPr>
          <a:xfrm>
            <a:off x="1641426" y="3491364"/>
            <a:ext cx="1022400" cy="1022400"/>
          </a:xfrm>
          <a:prstGeom prst="ellipse">
            <a:avLst/>
          </a:prstGeom>
          <a:noFill/>
          <a:ln>
            <a:noFill/>
          </a:ln>
        </p:spPr>
      </p:sp>
      <p:sp>
        <p:nvSpPr>
          <p:cNvPr id="286" name="Google Shape;286;p32"/>
          <p:cNvSpPr/>
          <p:nvPr>
            <p:ph idx="20" type="pic"/>
          </p:nvPr>
        </p:nvSpPr>
        <p:spPr>
          <a:xfrm>
            <a:off x="2851128" y="3491364"/>
            <a:ext cx="1022400" cy="1022400"/>
          </a:xfrm>
          <a:prstGeom prst="ellipse">
            <a:avLst/>
          </a:prstGeom>
          <a:noFill/>
          <a:ln>
            <a:noFill/>
          </a:ln>
        </p:spPr>
      </p:sp>
      <p:sp>
        <p:nvSpPr>
          <p:cNvPr id="287" name="Google Shape;287;p32"/>
          <p:cNvSpPr/>
          <p:nvPr>
            <p:ph idx="21" type="pic"/>
          </p:nvPr>
        </p:nvSpPr>
        <p:spPr>
          <a:xfrm>
            <a:off x="4060829" y="3491364"/>
            <a:ext cx="1022400" cy="1022400"/>
          </a:xfrm>
          <a:prstGeom prst="ellipse">
            <a:avLst/>
          </a:prstGeom>
          <a:noFill/>
          <a:ln>
            <a:noFill/>
          </a:ln>
        </p:spPr>
      </p:sp>
      <p:sp>
        <p:nvSpPr>
          <p:cNvPr id="288" name="Google Shape;288;p32"/>
          <p:cNvSpPr/>
          <p:nvPr>
            <p:ph idx="22" type="pic"/>
          </p:nvPr>
        </p:nvSpPr>
        <p:spPr>
          <a:xfrm>
            <a:off x="5270531" y="3491364"/>
            <a:ext cx="1022400" cy="1022400"/>
          </a:xfrm>
          <a:prstGeom prst="ellipse">
            <a:avLst/>
          </a:prstGeom>
          <a:noFill/>
          <a:ln>
            <a:noFill/>
          </a:ln>
        </p:spPr>
      </p:sp>
      <p:sp>
        <p:nvSpPr>
          <p:cNvPr id="289" name="Google Shape;289;p32"/>
          <p:cNvSpPr/>
          <p:nvPr>
            <p:ph idx="23" type="pic"/>
          </p:nvPr>
        </p:nvSpPr>
        <p:spPr>
          <a:xfrm>
            <a:off x="6480232" y="3491364"/>
            <a:ext cx="1022400" cy="1022400"/>
          </a:xfrm>
          <a:prstGeom prst="ellipse">
            <a:avLst/>
          </a:prstGeom>
          <a:noFill/>
          <a:ln>
            <a:noFill/>
          </a:ln>
        </p:spPr>
      </p:sp>
      <p:sp>
        <p:nvSpPr>
          <p:cNvPr id="290" name="Google Shape;290;p32"/>
          <p:cNvSpPr/>
          <p:nvPr>
            <p:ph idx="24" type="pic"/>
          </p:nvPr>
        </p:nvSpPr>
        <p:spPr>
          <a:xfrm>
            <a:off x="7689933" y="3491364"/>
            <a:ext cx="1022400" cy="1022400"/>
          </a:xfrm>
          <a:prstGeom prst="ellipse">
            <a:avLst/>
          </a:prstGeom>
          <a:noFill/>
          <a:ln>
            <a:noFill/>
          </a:ln>
        </p:spPr>
      </p:sp>
      <p:sp>
        <p:nvSpPr>
          <p:cNvPr id="291" name="Google Shape;291;p32"/>
          <p:cNvSpPr/>
          <p:nvPr>
            <p:ph idx="25" type="pic"/>
          </p:nvPr>
        </p:nvSpPr>
        <p:spPr>
          <a:xfrm>
            <a:off x="431725" y="3491364"/>
            <a:ext cx="1022400" cy="1022400"/>
          </a:xfrm>
          <a:prstGeom prst="ellipse">
            <a:avLst/>
          </a:prstGeom>
          <a:noFill/>
          <a:ln>
            <a:noFill/>
          </a:ln>
        </p:spPr>
      </p:sp>
      <p:sp>
        <p:nvSpPr>
          <p:cNvPr id="292" name="Google Shape;292;p32"/>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_Full image">
  <p:cSld name="ONE_COLUMN_TEXT_3">
    <p:spTree>
      <p:nvGrpSpPr>
        <p:cNvPr id="293" name="Shape 293"/>
        <p:cNvGrpSpPr/>
        <p:nvPr/>
      </p:nvGrpSpPr>
      <p:grpSpPr>
        <a:xfrm>
          <a:off x="0" y="0"/>
          <a:ext cx="0" cy="0"/>
          <a:chOff x="0" y="0"/>
          <a:chExt cx="0" cy="0"/>
        </a:xfrm>
      </p:grpSpPr>
      <p:sp>
        <p:nvSpPr>
          <p:cNvPr id="294" name="Google Shape;294;p33"/>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95" name="Google Shape;295;p33"/>
          <p:cNvSpPr/>
          <p:nvPr/>
        </p:nvSpPr>
        <p:spPr>
          <a:xfrm rot="10800000">
            <a:off x="-8400" y="-8425"/>
            <a:ext cx="9152400" cy="468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296" name="Google Shape;296;p33"/>
          <p:cNvSpPr txBox="1"/>
          <p:nvPr>
            <p:ph idx="1"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_Left text, right image">
  <p:cSld name="ONE_COLUMN_TEXT_2_1">
    <p:spTree>
      <p:nvGrpSpPr>
        <p:cNvPr id="297" name="Shape 297"/>
        <p:cNvGrpSpPr/>
        <p:nvPr/>
      </p:nvGrpSpPr>
      <p:grpSpPr>
        <a:xfrm>
          <a:off x="0" y="0"/>
          <a:ext cx="0" cy="0"/>
          <a:chOff x="0" y="0"/>
          <a:chExt cx="0" cy="0"/>
        </a:xfrm>
      </p:grpSpPr>
      <p:sp>
        <p:nvSpPr>
          <p:cNvPr id="298" name="Google Shape;298;p34"/>
          <p:cNvSpPr txBox="1"/>
          <p:nvPr>
            <p:ph idx="1" type="body"/>
          </p:nvPr>
        </p:nvSpPr>
        <p:spPr>
          <a:xfrm>
            <a:off x="431725" y="1614275"/>
            <a:ext cx="4143300" cy="30672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1000"/>
              </a:spcBef>
              <a:spcAft>
                <a:spcPts val="0"/>
              </a:spcAft>
              <a:buSzPts val="1600"/>
              <a:buChar char="●"/>
              <a:defRPr/>
            </a:lvl2pPr>
            <a:lvl3pPr indent="-330200" lvl="2" marL="1371600" rtl="0">
              <a:spcBef>
                <a:spcPts val="1000"/>
              </a:spcBef>
              <a:spcAft>
                <a:spcPts val="0"/>
              </a:spcAft>
              <a:buSzPts val="1600"/>
              <a:buChar char="●"/>
              <a:defRPr/>
            </a:lvl3pPr>
            <a:lvl4pPr indent="-330200" lvl="3" marL="1828800" rtl="0">
              <a:spcBef>
                <a:spcPts val="1000"/>
              </a:spcBef>
              <a:spcAft>
                <a:spcPts val="0"/>
              </a:spcAft>
              <a:buSzPts val="1600"/>
              <a:buChar char="●"/>
              <a:defRPr/>
            </a:lvl4pPr>
            <a:lvl5pPr indent="-330200" lvl="4" marL="2286000" rtl="0">
              <a:spcBef>
                <a:spcPts val="1000"/>
              </a:spcBef>
              <a:spcAft>
                <a:spcPts val="0"/>
              </a:spcAft>
              <a:buSzPts val="1600"/>
              <a:buChar char="●"/>
              <a:defRPr/>
            </a:lvl5pPr>
            <a:lvl6pPr indent="-330200" lvl="5" marL="2743200" rtl="0">
              <a:spcBef>
                <a:spcPts val="1000"/>
              </a:spcBef>
              <a:spcAft>
                <a:spcPts val="0"/>
              </a:spcAft>
              <a:buSzPts val="1600"/>
              <a:buChar char="●"/>
              <a:defRPr/>
            </a:lvl6pPr>
            <a:lvl7pPr indent="-330200" lvl="6" marL="3200400" rtl="0">
              <a:spcBef>
                <a:spcPts val="1000"/>
              </a:spcBef>
              <a:spcAft>
                <a:spcPts val="0"/>
              </a:spcAft>
              <a:buSzPts val="1600"/>
              <a:buChar char="●"/>
              <a:defRPr/>
            </a:lvl7pPr>
            <a:lvl8pPr indent="-330200" lvl="7" marL="3657600" rtl="0">
              <a:spcBef>
                <a:spcPts val="1000"/>
              </a:spcBef>
              <a:spcAft>
                <a:spcPts val="0"/>
              </a:spcAft>
              <a:buSzPts val="1600"/>
              <a:buChar char="●"/>
              <a:defRPr/>
            </a:lvl8pPr>
            <a:lvl9pPr indent="-330200" lvl="8" marL="4114800" rtl="0">
              <a:spcBef>
                <a:spcPts val="1000"/>
              </a:spcBef>
              <a:spcAft>
                <a:spcPts val="1000"/>
              </a:spcAft>
              <a:buSzPts val="1600"/>
              <a:buChar char="●"/>
              <a:defRPr/>
            </a:lvl9pPr>
          </a:lstStyle>
          <a:p/>
        </p:txBody>
      </p:sp>
      <p:sp>
        <p:nvSpPr>
          <p:cNvPr id="299" name="Google Shape;299;p34"/>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0" name="Google Shape;300;p34"/>
          <p:cNvSpPr/>
          <p:nvPr>
            <p:ph idx="2" type="pic"/>
          </p:nvPr>
        </p:nvSpPr>
        <p:spPr>
          <a:xfrm>
            <a:off x="5089775" y="0"/>
            <a:ext cx="4054200" cy="4681500"/>
          </a:xfrm>
          <a:prstGeom prst="rect">
            <a:avLst/>
          </a:prstGeom>
          <a:noFill/>
          <a:ln>
            <a:noFill/>
          </a:ln>
        </p:spPr>
      </p:sp>
      <p:sp>
        <p:nvSpPr>
          <p:cNvPr id="301" name="Google Shape;301;p34"/>
          <p:cNvSpPr txBox="1"/>
          <p:nvPr>
            <p:ph idx="3"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02" name="Google Shape;302;p34"/>
          <p:cNvSpPr txBox="1"/>
          <p:nvPr>
            <p:ph type="title"/>
          </p:nvPr>
        </p:nvSpPr>
        <p:spPr>
          <a:xfrm>
            <a:off x="431725" y="368825"/>
            <a:ext cx="4143300" cy="10869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_Right image, left text">
  <p:cSld name="ONE_COLUMN_TEXT_1_1">
    <p:spTree>
      <p:nvGrpSpPr>
        <p:cNvPr id="303" name="Shape 303"/>
        <p:cNvGrpSpPr/>
        <p:nvPr/>
      </p:nvGrpSpPr>
      <p:grpSpPr>
        <a:xfrm>
          <a:off x="0" y="0"/>
          <a:ext cx="0" cy="0"/>
          <a:chOff x="0" y="0"/>
          <a:chExt cx="0" cy="0"/>
        </a:xfrm>
      </p:grpSpPr>
      <p:sp>
        <p:nvSpPr>
          <p:cNvPr id="304" name="Google Shape;304;p35"/>
          <p:cNvSpPr txBox="1"/>
          <p:nvPr>
            <p:ph idx="1" type="body"/>
          </p:nvPr>
        </p:nvSpPr>
        <p:spPr>
          <a:xfrm>
            <a:off x="4475550" y="1614275"/>
            <a:ext cx="4240800" cy="30672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1000"/>
              </a:spcBef>
              <a:spcAft>
                <a:spcPts val="0"/>
              </a:spcAft>
              <a:buSzPts val="1600"/>
              <a:buChar char="●"/>
              <a:defRPr/>
            </a:lvl2pPr>
            <a:lvl3pPr indent="-330200" lvl="2" marL="1371600" rtl="0">
              <a:spcBef>
                <a:spcPts val="1000"/>
              </a:spcBef>
              <a:spcAft>
                <a:spcPts val="0"/>
              </a:spcAft>
              <a:buSzPts val="1600"/>
              <a:buChar char="●"/>
              <a:defRPr/>
            </a:lvl3pPr>
            <a:lvl4pPr indent="-330200" lvl="3" marL="1828800" rtl="0">
              <a:spcBef>
                <a:spcPts val="1000"/>
              </a:spcBef>
              <a:spcAft>
                <a:spcPts val="0"/>
              </a:spcAft>
              <a:buSzPts val="1600"/>
              <a:buChar char="●"/>
              <a:defRPr/>
            </a:lvl4pPr>
            <a:lvl5pPr indent="-330200" lvl="4" marL="2286000" rtl="0">
              <a:spcBef>
                <a:spcPts val="1000"/>
              </a:spcBef>
              <a:spcAft>
                <a:spcPts val="0"/>
              </a:spcAft>
              <a:buSzPts val="1600"/>
              <a:buChar char="●"/>
              <a:defRPr/>
            </a:lvl5pPr>
            <a:lvl6pPr indent="-330200" lvl="5" marL="2743200" rtl="0">
              <a:spcBef>
                <a:spcPts val="1000"/>
              </a:spcBef>
              <a:spcAft>
                <a:spcPts val="0"/>
              </a:spcAft>
              <a:buSzPts val="1600"/>
              <a:buChar char="●"/>
              <a:defRPr/>
            </a:lvl6pPr>
            <a:lvl7pPr indent="-330200" lvl="6" marL="3200400" rtl="0">
              <a:spcBef>
                <a:spcPts val="1000"/>
              </a:spcBef>
              <a:spcAft>
                <a:spcPts val="0"/>
              </a:spcAft>
              <a:buSzPts val="1600"/>
              <a:buChar char="●"/>
              <a:defRPr/>
            </a:lvl7pPr>
            <a:lvl8pPr indent="-330200" lvl="7" marL="3657600" rtl="0">
              <a:spcBef>
                <a:spcPts val="1000"/>
              </a:spcBef>
              <a:spcAft>
                <a:spcPts val="0"/>
              </a:spcAft>
              <a:buSzPts val="1600"/>
              <a:buChar char="●"/>
              <a:defRPr/>
            </a:lvl8pPr>
            <a:lvl9pPr indent="-330200" lvl="8" marL="4114800" rtl="0">
              <a:spcBef>
                <a:spcPts val="1000"/>
              </a:spcBef>
              <a:spcAft>
                <a:spcPts val="1000"/>
              </a:spcAft>
              <a:buSzPts val="1600"/>
              <a:buChar char="●"/>
              <a:defRPr/>
            </a:lvl9pPr>
          </a:lstStyle>
          <a:p/>
        </p:txBody>
      </p:sp>
      <p:sp>
        <p:nvSpPr>
          <p:cNvPr id="305" name="Google Shape;305;p35"/>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5"/>
          <p:cNvSpPr/>
          <p:nvPr>
            <p:ph idx="2" type="pic"/>
          </p:nvPr>
        </p:nvSpPr>
        <p:spPr>
          <a:xfrm>
            <a:off x="0" y="0"/>
            <a:ext cx="4054200" cy="4681500"/>
          </a:xfrm>
          <a:prstGeom prst="rect">
            <a:avLst/>
          </a:prstGeom>
          <a:noFill/>
          <a:ln>
            <a:noFill/>
          </a:ln>
        </p:spPr>
      </p:sp>
      <p:sp>
        <p:nvSpPr>
          <p:cNvPr id="307" name="Google Shape;307;p35"/>
          <p:cNvSpPr txBox="1"/>
          <p:nvPr>
            <p:ph idx="3"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08" name="Google Shape;308;p35"/>
          <p:cNvSpPr txBox="1"/>
          <p:nvPr>
            <p:ph type="title"/>
          </p:nvPr>
        </p:nvSpPr>
        <p:spPr>
          <a:xfrm>
            <a:off x="4475425" y="368825"/>
            <a:ext cx="4240800" cy="10869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_Split screen, title, subtext, body - gray">
  <p:cSld name="SECTION_TITLE_AND_DESCRIPTION_1_4">
    <p:spTree>
      <p:nvGrpSpPr>
        <p:cNvPr id="309" name="Shape 309"/>
        <p:cNvGrpSpPr/>
        <p:nvPr/>
      </p:nvGrpSpPr>
      <p:grpSpPr>
        <a:xfrm>
          <a:off x="0" y="0"/>
          <a:ext cx="0" cy="0"/>
          <a:chOff x="0" y="0"/>
          <a:chExt cx="0" cy="0"/>
        </a:xfrm>
      </p:grpSpPr>
      <p:sp>
        <p:nvSpPr>
          <p:cNvPr id="310" name="Google Shape;310;p36"/>
          <p:cNvSpPr/>
          <p:nvPr/>
        </p:nvSpPr>
        <p:spPr>
          <a:xfrm flipH="1">
            <a:off x="0" y="-100"/>
            <a:ext cx="4054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11" name="Google Shape;311;p36"/>
          <p:cNvSpPr txBox="1"/>
          <p:nvPr>
            <p:ph idx="1" type="body"/>
          </p:nvPr>
        </p:nvSpPr>
        <p:spPr>
          <a:xfrm>
            <a:off x="4562225" y="724075"/>
            <a:ext cx="4214400" cy="36951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1000"/>
              </a:spcBef>
              <a:spcAft>
                <a:spcPts val="0"/>
              </a:spcAft>
              <a:buSzPts val="1600"/>
              <a:buChar char="●"/>
              <a:defRPr/>
            </a:lvl2pPr>
            <a:lvl3pPr indent="-330200" lvl="2" marL="1371600" rtl="0">
              <a:spcBef>
                <a:spcPts val="1000"/>
              </a:spcBef>
              <a:spcAft>
                <a:spcPts val="0"/>
              </a:spcAft>
              <a:buSzPts val="1600"/>
              <a:buChar char="●"/>
              <a:defRPr/>
            </a:lvl3pPr>
            <a:lvl4pPr indent="-330200" lvl="3" marL="1828800" rtl="0">
              <a:spcBef>
                <a:spcPts val="1000"/>
              </a:spcBef>
              <a:spcAft>
                <a:spcPts val="0"/>
              </a:spcAft>
              <a:buSzPts val="1600"/>
              <a:buChar char="●"/>
              <a:defRPr/>
            </a:lvl4pPr>
            <a:lvl5pPr indent="-330200" lvl="4" marL="2286000" rtl="0">
              <a:spcBef>
                <a:spcPts val="1000"/>
              </a:spcBef>
              <a:spcAft>
                <a:spcPts val="0"/>
              </a:spcAft>
              <a:buSzPts val="1600"/>
              <a:buChar char="●"/>
              <a:defRPr/>
            </a:lvl5pPr>
            <a:lvl6pPr indent="-330200" lvl="5" marL="2743200" rtl="0">
              <a:spcBef>
                <a:spcPts val="1000"/>
              </a:spcBef>
              <a:spcAft>
                <a:spcPts val="0"/>
              </a:spcAft>
              <a:buSzPts val="1600"/>
              <a:buChar char="●"/>
              <a:defRPr/>
            </a:lvl6pPr>
            <a:lvl7pPr indent="-330200" lvl="6" marL="3200400" rtl="0">
              <a:spcBef>
                <a:spcPts val="1000"/>
              </a:spcBef>
              <a:spcAft>
                <a:spcPts val="0"/>
              </a:spcAft>
              <a:buSzPts val="1600"/>
              <a:buChar char="●"/>
              <a:defRPr/>
            </a:lvl7pPr>
            <a:lvl8pPr indent="-330200" lvl="7" marL="3657600" rtl="0">
              <a:spcBef>
                <a:spcPts val="1000"/>
              </a:spcBef>
              <a:spcAft>
                <a:spcPts val="0"/>
              </a:spcAft>
              <a:buSzPts val="1600"/>
              <a:buChar char="●"/>
              <a:defRPr/>
            </a:lvl8pPr>
            <a:lvl9pPr indent="-330200" lvl="8" marL="4114800" rtl="0">
              <a:spcBef>
                <a:spcPts val="1000"/>
              </a:spcBef>
              <a:spcAft>
                <a:spcPts val="1000"/>
              </a:spcAft>
              <a:buSzPts val="1600"/>
              <a:buChar char="●"/>
              <a:defRPr/>
            </a:lvl9pPr>
          </a:lstStyle>
          <a:p/>
        </p:txBody>
      </p:sp>
      <p:sp>
        <p:nvSpPr>
          <p:cNvPr id="312" name="Google Shape;312;p36"/>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13" name="Google Shape;313;p36"/>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314" name="Google Shape;314;p36"/>
          <p:cNvSpPr txBox="1"/>
          <p:nvPr>
            <p:ph idx="2" type="subTitle"/>
          </p:nvPr>
        </p:nvSpPr>
        <p:spPr>
          <a:xfrm>
            <a:off x="4562225" y="4870025"/>
            <a:ext cx="36210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15" name="Google Shape;315;p36"/>
          <p:cNvSpPr txBox="1"/>
          <p:nvPr>
            <p:ph idx="3" type="subTitle"/>
          </p:nvPr>
        </p:nvSpPr>
        <p:spPr>
          <a:xfrm>
            <a:off x="431725" y="2574475"/>
            <a:ext cx="3218700" cy="8310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16" name="Google Shape;316;p36"/>
          <p:cNvSpPr txBox="1"/>
          <p:nvPr>
            <p:ph type="title"/>
          </p:nvPr>
        </p:nvSpPr>
        <p:spPr>
          <a:xfrm>
            <a:off x="431725" y="1419975"/>
            <a:ext cx="3218700" cy="108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_Split screen, title, subtext, body - blue">
  <p:cSld name="SECTION_TITLE_AND_DESCRIPTION_1_4_1">
    <p:spTree>
      <p:nvGrpSpPr>
        <p:cNvPr id="317" name="Shape 317"/>
        <p:cNvGrpSpPr/>
        <p:nvPr/>
      </p:nvGrpSpPr>
      <p:grpSpPr>
        <a:xfrm>
          <a:off x="0" y="0"/>
          <a:ext cx="0" cy="0"/>
          <a:chOff x="0" y="0"/>
          <a:chExt cx="0" cy="0"/>
        </a:xfrm>
      </p:grpSpPr>
      <p:sp>
        <p:nvSpPr>
          <p:cNvPr id="318" name="Google Shape;318;p37"/>
          <p:cNvSpPr/>
          <p:nvPr/>
        </p:nvSpPr>
        <p:spPr>
          <a:xfrm flipH="1">
            <a:off x="0" y="-100"/>
            <a:ext cx="40542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19" name="Google Shape;319;p37"/>
          <p:cNvSpPr txBox="1"/>
          <p:nvPr>
            <p:ph idx="1" type="body"/>
          </p:nvPr>
        </p:nvSpPr>
        <p:spPr>
          <a:xfrm>
            <a:off x="4562225" y="724075"/>
            <a:ext cx="4214400" cy="36951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1000"/>
              </a:spcBef>
              <a:spcAft>
                <a:spcPts val="0"/>
              </a:spcAft>
              <a:buSzPts val="1600"/>
              <a:buChar char="●"/>
              <a:defRPr/>
            </a:lvl2pPr>
            <a:lvl3pPr indent="-330200" lvl="2" marL="1371600" rtl="0">
              <a:spcBef>
                <a:spcPts val="1000"/>
              </a:spcBef>
              <a:spcAft>
                <a:spcPts val="0"/>
              </a:spcAft>
              <a:buSzPts val="1600"/>
              <a:buChar char="●"/>
              <a:defRPr/>
            </a:lvl3pPr>
            <a:lvl4pPr indent="-330200" lvl="3" marL="1828800" rtl="0">
              <a:spcBef>
                <a:spcPts val="1000"/>
              </a:spcBef>
              <a:spcAft>
                <a:spcPts val="0"/>
              </a:spcAft>
              <a:buSzPts val="1600"/>
              <a:buChar char="●"/>
              <a:defRPr/>
            </a:lvl4pPr>
            <a:lvl5pPr indent="-330200" lvl="4" marL="2286000" rtl="0">
              <a:spcBef>
                <a:spcPts val="1000"/>
              </a:spcBef>
              <a:spcAft>
                <a:spcPts val="0"/>
              </a:spcAft>
              <a:buSzPts val="1600"/>
              <a:buChar char="●"/>
              <a:defRPr/>
            </a:lvl5pPr>
            <a:lvl6pPr indent="-330200" lvl="5" marL="2743200" rtl="0">
              <a:spcBef>
                <a:spcPts val="1000"/>
              </a:spcBef>
              <a:spcAft>
                <a:spcPts val="0"/>
              </a:spcAft>
              <a:buSzPts val="1600"/>
              <a:buChar char="●"/>
              <a:defRPr/>
            </a:lvl6pPr>
            <a:lvl7pPr indent="-330200" lvl="6" marL="3200400" rtl="0">
              <a:spcBef>
                <a:spcPts val="1000"/>
              </a:spcBef>
              <a:spcAft>
                <a:spcPts val="0"/>
              </a:spcAft>
              <a:buSzPts val="1600"/>
              <a:buChar char="●"/>
              <a:defRPr/>
            </a:lvl7pPr>
            <a:lvl8pPr indent="-330200" lvl="7" marL="3657600" rtl="0">
              <a:spcBef>
                <a:spcPts val="1000"/>
              </a:spcBef>
              <a:spcAft>
                <a:spcPts val="0"/>
              </a:spcAft>
              <a:buSzPts val="1600"/>
              <a:buChar char="●"/>
              <a:defRPr/>
            </a:lvl8pPr>
            <a:lvl9pPr indent="-330200" lvl="8" marL="4114800" rtl="0">
              <a:spcBef>
                <a:spcPts val="1000"/>
              </a:spcBef>
              <a:spcAft>
                <a:spcPts val="1000"/>
              </a:spcAft>
              <a:buSzPts val="1600"/>
              <a:buChar char="●"/>
              <a:defRPr/>
            </a:lvl9pPr>
          </a:lstStyle>
          <a:p/>
        </p:txBody>
      </p:sp>
      <p:sp>
        <p:nvSpPr>
          <p:cNvPr id="320" name="Google Shape;320;p37"/>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21" name="Google Shape;321;p37"/>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322" name="Google Shape;322;p37"/>
          <p:cNvSpPr txBox="1"/>
          <p:nvPr>
            <p:ph idx="2" type="subTitle"/>
          </p:nvPr>
        </p:nvSpPr>
        <p:spPr>
          <a:xfrm>
            <a:off x="4562225" y="4870025"/>
            <a:ext cx="36210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23" name="Google Shape;323;p37"/>
          <p:cNvSpPr txBox="1"/>
          <p:nvPr>
            <p:ph idx="3" type="subTitle"/>
          </p:nvPr>
        </p:nvSpPr>
        <p:spPr>
          <a:xfrm>
            <a:off x="431725" y="2574475"/>
            <a:ext cx="3218700" cy="8310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24" name="Google Shape;324;p37"/>
          <p:cNvSpPr txBox="1"/>
          <p:nvPr>
            <p:ph type="title"/>
          </p:nvPr>
        </p:nvSpPr>
        <p:spPr>
          <a:xfrm>
            <a:off x="431725" y="1419975"/>
            <a:ext cx="3218700" cy="108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_Split screen, title, subtext, body - dark teal">
  <p:cSld name="SECTION_TITLE_AND_DESCRIPTION_1_2_2">
    <p:spTree>
      <p:nvGrpSpPr>
        <p:cNvPr id="325" name="Shape 325"/>
        <p:cNvGrpSpPr/>
        <p:nvPr/>
      </p:nvGrpSpPr>
      <p:grpSpPr>
        <a:xfrm>
          <a:off x="0" y="0"/>
          <a:ext cx="0" cy="0"/>
          <a:chOff x="0" y="0"/>
          <a:chExt cx="0" cy="0"/>
        </a:xfrm>
      </p:grpSpPr>
      <p:sp>
        <p:nvSpPr>
          <p:cNvPr id="326" name="Google Shape;326;p38"/>
          <p:cNvSpPr/>
          <p:nvPr/>
        </p:nvSpPr>
        <p:spPr>
          <a:xfrm flipH="1">
            <a:off x="0" y="-125"/>
            <a:ext cx="40542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27" name="Google Shape;327;p38"/>
          <p:cNvSpPr txBox="1"/>
          <p:nvPr>
            <p:ph idx="1" type="body"/>
          </p:nvPr>
        </p:nvSpPr>
        <p:spPr>
          <a:xfrm>
            <a:off x="4562225" y="724075"/>
            <a:ext cx="4214400" cy="3695100"/>
          </a:xfrm>
          <a:prstGeom prst="rect">
            <a:avLst/>
          </a:prstGeom>
        </p:spPr>
        <p:txBody>
          <a:bodyPr anchorCtr="0" anchor="t" bIns="0" lIns="0" spcFirstLastPara="1" rIns="0" wrap="square" tIns="0">
            <a:noAutofit/>
          </a:bodyPr>
          <a:lstStyle>
            <a:lvl1pPr indent="-330200" lvl="0" marL="457200" rtl="0">
              <a:spcBef>
                <a:spcPts val="0"/>
              </a:spcBef>
              <a:spcAft>
                <a:spcPts val="0"/>
              </a:spcAft>
              <a:buClr>
                <a:schemeClr val="accent2"/>
              </a:buClr>
              <a:buSzPts val="1600"/>
              <a:buChar char="●"/>
              <a:defRPr/>
            </a:lvl1pPr>
            <a:lvl2pPr indent="-330200" lvl="1" marL="914400" rtl="0">
              <a:spcBef>
                <a:spcPts val="1000"/>
              </a:spcBef>
              <a:spcAft>
                <a:spcPts val="0"/>
              </a:spcAft>
              <a:buClr>
                <a:schemeClr val="accent2"/>
              </a:buClr>
              <a:buSzPts val="1600"/>
              <a:buChar char="●"/>
              <a:defRPr/>
            </a:lvl2pPr>
            <a:lvl3pPr indent="-330200" lvl="2" marL="1371600" rtl="0">
              <a:spcBef>
                <a:spcPts val="1000"/>
              </a:spcBef>
              <a:spcAft>
                <a:spcPts val="0"/>
              </a:spcAft>
              <a:buClr>
                <a:schemeClr val="accent2"/>
              </a:buClr>
              <a:buSzPts val="1600"/>
              <a:buChar char="●"/>
              <a:defRPr/>
            </a:lvl3pPr>
            <a:lvl4pPr indent="-330200" lvl="3" marL="1828800" rtl="0">
              <a:spcBef>
                <a:spcPts val="1000"/>
              </a:spcBef>
              <a:spcAft>
                <a:spcPts val="0"/>
              </a:spcAft>
              <a:buClr>
                <a:schemeClr val="accent2"/>
              </a:buClr>
              <a:buSzPts val="1600"/>
              <a:buChar char="●"/>
              <a:defRPr/>
            </a:lvl4pPr>
            <a:lvl5pPr indent="-330200" lvl="4" marL="2286000" rtl="0">
              <a:spcBef>
                <a:spcPts val="1000"/>
              </a:spcBef>
              <a:spcAft>
                <a:spcPts val="0"/>
              </a:spcAft>
              <a:buClr>
                <a:schemeClr val="accent2"/>
              </a:buClr>
              <a:buSzPts val="1600"/>
              <a:buChar char="●"/>
              <a:defRPr/>
            </a:lvl5pPr>
            <a:lvl6pPr indent="-330200" lvl="5" marL="2743200" rtl="0">
              <a:spcBef>
                <a:spcPts val="1000"/>
              </a:spcBef>
              <a:spcAft>
                <a:spcPts val="0"/>
              </a:spcAft>
              <a:buClr>
                <a:schemeClr val="accent2"/>
              </a:buClr>
              <a:buSzPts val="1600"/>
              <a:buChar char="●"/>
              <a:defRPr/>
            </a:lvl6pPr>
            <a:lvl7pPr indent="-330200" lvl="6" marL="3200400" rtl="0">
              <a:spcBef>
                <a:spcPts val="1000"/>
              </a:spcBef>
              <a:spcAft>
                <a:spcPts val="0"/>
              </a:spcAft>
              <a:buClr>
                <a:schemeClr val="accent2"/>
              </a:buClr>
              <a:buSzPts val="1600"/>
              <a:buChar char="●"/>
              <a:defRPr/>
            </a:lvl7pPr>
            <a:lvl8pPr indent="-330200" lvl="7" marL="3657600" rtl="0">
              <a:spcBef>
                <a:spcPts val="1000"/>
              </a:spcBef>
              <a:spcAft>
                <a:spcPts val="0"/>
              </a:spcAft>
              <a:buClr>
                <a:schemeClr val="accent2"/>
              </a:buClr>
              <a:buSzPts val="1600"/>
              <a:buChar char="●"/>
              <a:defRPr/>
            </a:lvl8pPr>
            <a:lvl9pPr indent="-330200" lvl="8" marL="4114800" rtl="0">
              <a:spcBef>
                <a:spcPts val="1000"/>
              </a:spcBef>
              <a:spcAft>
                <a:spcPts val="1000"/>
              </a:spcAft>
              <a:buClr>
                <a:schemeClr val="accent2"/>
              </a:buClr>
              <a:buSzPts val="1600"/>
              <a:buChar char="●"/>
              <a:defRPr/>
            </a:lvl9pPr>
          </a:lstStyle>
          <a:p/>
        </p:txBody>
      </p:sp>
      <p:sp>
        <p:nvSpPr>
          <p:cNvPr id="328" name="Google Shape;328;p38"/>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29" name="Google Shape;329;p38"/>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330" name="Google Shape;330;p38"/>
          <p:cNvSpPr txBox="1"/>
          <p:nvPr>
            <p:ph idx="2" type="subTitle"/>
          </p:nvPr>
        </p:nvSpPr>
        <p:spPr>
          <a:xfrm>
            <a:off x="4562225" y="4870025"/>
            <a:ext cx="36210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31" name="Google Shape;331;p38"/>
          <p:cNvSpPr txBox="1"/>
          <p:nvPr>
            <p:ph idx="3" type="subTitle"/>
          </p:nvPr>
        </p:nvSpPr>
        <p:spPr>
          <a:xfrm>
            <a:off x="431725" y="2574475"/>
            <a:ext cx="3218700" cy="8310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Clr>
                <a:schemeClr val="dk1"/>
              </a:buClr>
              <a:buSzPts val="1600"/>
              <a:buNone/>
              <a:defRPr>
                <a:solidFill>
                  <a:schemeClr val="dk1"/>
                </a:solidFill>
              </a:defRPr>
            </a:lvl2pPr>
            <a:lvl3pPr lvl="2" rtl="0">
              <a:lnSpc>
                <a:spcPct val="100000"/>
              </a:lnSpc>
              <a:spcBef>
                <a:spcPts val="0"/>
              </a:spcBef>
              <a:spcAft>
                <a:spcPts val="0"/>
              </a:spcAft>
              <a:buClr>
                <a:schemeClr val="dk1"/>
              </a:buClr>
              <a:buSzPts val="1600"/>
              <a:buNone/>
              <a:defRPr>
                <a:solidFill>
                  <a:schemeClr val="dk1"/>
                </a:solidFill>
              </a:defRPr>
            </a:lvl3pPr>
            <a:lvl4pPr lvl="3" rtl="0">
              <a:lnSpc>
                <a:spcPct val="100000"/>
              </a:lnSpc>
              <a:spcBef>
                <a:spcPts val="0"/>
              </a:spcBef>
              <a:spcAft>
                <a:spcPts val="0"/>
              </a:spcAft>
              <a:buClr>
                <a:schemeClr val="dk1"/>
              </a:buClr>
              <a:buSzPts val="1600"/>
              <a:buNone/>
              <a:defRPr>
                <a:solidFill>
                  <a:schemeClr val="dk1"/>
                </a:solidFill>
              </a:defRPr>
            </a:lvl4pPr>
            <a:lvl5pPr lvl="4" rtl="0">
              <a:lnSpc>
                <a:spcPct val="100000"/>
              </a:lnSpc>
              <a:spcBef>
                <a:spcPts val="0"/>
              </a:spcBef>
              <a:spcAft>
                <a:spcPts val="0"/>
              </a:spcAft>
              <a:buClr>
                <a:schemeClr val="dk1"/>
              </a:buClr>
              <a:buSzPts val="1600"/>
              <a:buNone/>
              <a:defRPr>
                <a:solidFill>
                  <a:schemeClr val="dk1"/>
                </a:solidFill>
              </a:defRPr>
            </a:lvl5pPr>
            <a:lvl6pPr lvl="5" rtl="0">
              <a:lnSpc>
                <a:spcPct val="100000"/>
              </a:lnSpc>
              <a:spcBef>
                <a:spcPts val="0"/>
              </a:spcBef>
              <a:spcAft>
                <a:spcPts val="0"/>
              </a:spcAft>
              <a:buClr>
                <a:schemeClr val="dk1"/>
              </a:buClr>
              <a:buSzPts val="1600"/>
              <a:buNone/>
              <a:defRPr>
                <a:solidFill>
                  <a:schemeClr val="dk1"/>
                </a:solidFill>
              </a:defRPr>
            </a:lvl6pPr>
            <a:lvl7pPr lvl="6" rtl="0">
              <a:lnSpc>
                <a:spcPct val="100000"/>
              </a:lnSpc>
              <a:spcBef>
                <a:spcPts val="0"/>
              </a:spcBef>
              <a:spcAft>
                <a:spcPts val="0"/>
              </a:spcAft>
              <a:buClr>
                <a:schemeClr val="dk1"/>
              </a:buClr>
              <a:buSzPts val="1600"/>
              <a:buNone/>
              <a:defRPr>
                <a:solidFill>
                  <a:schemeClr val="dk1"/>
                </a:solidFill>
              </a:defRPr>
            </a:lvl7pPr>
            <a:lvl8pPr lvl="7" rtl="0">
              <a:lnSpc>
                <a:spcPct val="100000"/>
              </a:lnSpc>
              <a:spcBef>
                <a:spcPts val="0"/>
              </a:spcBef>
              <a:spcAft>
                <a:spcPts val="0"/>
              </a:spcAft>
              <a:buClr>
                <a:schemeClr val="dk1"/>
              </a:buClr>
              <a:buSzPts val="1600"/>
              <a:buNone/>
              <a:defRPr>
                <a:solidFill>
                  <a:schemeClr val="dk1"/>
                </a:solidFill>
              </a:defRPr>
            </a:lvl8pPr>
            <a:lvl9pPr lvl="8" rtl="0">
              <a:lnSpc>
                <a:spcPct val="100000"/>
              </a:lnSpc>
              <a:spcBef>
                <a:spcPts val="0"/>
              </a:spcBef>
              <a:spcAft>
                <a:spcPts val="0"/>
              </a:spcAft>
              <a:buClr>
                <a:schemeClr val="dk1"/>
              </a:buClr>
              <a:buSzPts val="1600"/>
              <a:buNone/>
              <a:defRPr>
                <a:solidFill>
                  <a:schemeClr val="dk1"/>
                </a:solidFill>
              </a:defRPr>
            </a:lvl9pPr>
          </a:lstStyle>
          <a:p/>
        </p:txBody>
      </p:sp>
      <p:sp>
        <p:nvSpPr>
          <p:cNvPr id="332" name="Google Shape;332;p38"/>
          <p:cNvSpPr txBox="1"/>
          <p:nvPr>
            <p:ph type="title"/>
          </p:nvPr>
        </p:nvSpPr>
        <p:spPr>
          <a:xfrm>
            <a:off x="431725" y="1419975"/>
            <a:ext cx="3218700" cy="108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_Split screen, title, subtext, body - green">
  <p:cSld name="SECTION_TITLE_AND_DESCRIPTION_1_2_1_2">
    <p:spTree>
      <p:nvGrpSpPr>
        <p:cNvPr id="333" name="Shape 333"/>
        <p:cNvGrpSpPr/>
        <p:nvPr/>
      </p:nvGrpSpPr>
      <p:grpSpPr>
        <a:xfrm>
          <a:off x="0" y="0"/>
          <a:ext cx="0" cy="0"/>
          <a:chOff x="0" y="0"/>
          <a:chExt cx="0" cy="0"/>
        </a:xfrm>
      </p:grpSpPr>
      <p:sp>
        <p:nvSpPr>
          <p:cNvPr id="334" name="Google Shape;334;p39"/>
          <p:cNvSpPr/>
          <p:nvPr/>
        </p:nvSpPr>
        <p:spPr>
          <a:xfrm flipH="1">
            <a:off x="0" y="-125"/>
            <a:ext cx="40542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35" name="Google Shape;335;p39"/>
          <p:cNvSpPr txBox="1"/>
          <p:nvPr>
            <p:ph idx="1" type="body"/>
          </p:nvPr>
        </p:nvSpPr>
        <p:spPr>
          <a:xfrm>
            <a:off x="4562225" y="724075"/>
            <a:ext cx="4214400" cy="3695100"/>
          </a:xfrm>
          <a:prstGeom prst="rect">
            <a:avLst/>
          </a:prstGeom>
        </p:spPr>
        <p:txBody>
          <a:bodyPr anchorCtr="0" anchor="t" bIns="0" lIns="0" spcFirstLastPara="1" rIns="0" wrap="square" tIns="0">
            <a:noAutofit/>
          </a:bodyPr>
          <a:lstStyle>
            <a:lvl1pPr indent="-330200" lvl="0" marL="457200" rtl="0">
              <a:spcBef>
                <a:spcPts val="0"/>
              </a:spcBef>
              <a:spcAft>
                <a:spcPts val="0"/>
              </a:spcAft>
              <a:buClr>
                <a:schemeClr val="accent3"/>
              </a:buClr>
              <a:buSzPts val="1600"/>
              <a:buChar char="●"/>
              <a:defRPr/>
            </a:lvl1pPr>
            <a:lvl2pPr indent="-330200" lvl="1" marL="914400" rtl="0">
              <a:spcBef>
                <a:spcPts val="1000"/>
              </a:spcBef>
              <a:spcAft>
                <a:spcPts val="0"/>
              </a:spcAft>
              <a:buClr>
                <a:schemeClr val="accent2"/>
              </a:buClr>
              <a:buSzPts val="1600"/>
              <a:buChar char="●"/>
              <a:defRPr/>
            </a:lvl2pPr>
            <a:lvl3pPr indent="-330200" lvl="2" marL="1371600" rtl="0">
              <a:spcBef>
                <a:spcPts val="1000"/>
              </a:spcBef>
              <a:spcAft>
                <a:spcPts val="0"/>
              </a:spcAft>
              <a:buClr>
                <a:schemeClr val="accent2"/>
              </a:buClr>
              <a:buSzPts val="1600"/>
              <a:buChar char="●"/>
              <a:defRPr/>
            </a:lvl3pPr>
            <a:lvl4pPr indent="-330200" lvl="3" marL="1828800" rtl="0">
              <a:spcBef>
                <a:spcPts val="1000"/>
              </a:spcBef>
              <a:spcAft>
                <a:spcPts val="0"/>
              </a:spcAft>
              <a:buClr>
                <a:schemeClr val="accent3"/>
              </a:buClr>
              <a:buSzPts val="1600"/>
              <a:buChar char="●"/>
              <a:defRPr/>
            </a:lvl4pPr>
            <a:lvl5pPr indent="-330200" lvl="4" marL="2286000" rtl="0">
              <a:spcBef>
                <a:spcPts val="1000"/>
              </a:spcBef>
              <a:spcAft>
                <a:spcPts val="0"/>
              </a:spcAft>
              <a:buClr>
                <a:schemeClr val="accent2"/>
              </a:buClr>
              <a:buSzPts val="1600"/>
              <a:buChar char="●"/>
              <a:defRPr/>
            </a:lvl5pPr>
            <a:lvl6pPr indent="-330200" lvl="5" marL="2743200" rtl="0">
              <a:spcBef>
                <a:spcPts val="1000"/>
              </a:spcBef>
              <a:spcAft>
                <a:spcPts val="0"/>
              </a:spcAft>
              <a:buClr>
                <a:schemeClr val="accent2"/>
              </a:buClr>
              <a:buSzPts val="1600"/>
              <a:buChar char="●"/>
              <a:defRPr/>
            </a:lvl6pPr>
            <a:lvl7pPr indent="-330200" lvl="6" marL="3200400" rtl="0">
              <a:spcBef>
                <a:spcPts val="1000"/>
              </a:spcBef>
              <a:spcAft>
                <a:spcPts val="0"/>
              </a:spcAft>
              <a:buClr>
                <a:schemeClr val="accent3"/>
              </a:buClr>
              <a:buSzPts val="1600"/>
              <a:buChar char="●"/>
              <a:defRPr/>
            </a:lvl7pPr>
            <a:lvl8pPr indent="-330200" lvl="7" marL="3657600" rtl="0">
              <a:spcBef>
                <a:spcPts val="1000"/>
              </a:spcBef>
              <a:spcAft>
                <a:spcPts val="0"/>
              </a:spcAft>
              <a:buClr>
                <a:schemeClr val="accent2"/>
              </a:buClr>
              <a:buSzPts val="1600"/>
              <a:buChar char="●"/>
              <a:defRPr/>
            </a:lvl8pPr>
            <a:lvl9pPr indent="-330200" lvl="8" marL="4114800" rtl="0">
              <a:spcBef>
                <a:spcPts val="1000"/>
              </a:spcBef>
              <a:spcAft>
                <a:spcPts val="1000"/>
              </a:spcAft>
              <a:buClr>
                <a:schemeClr val="accent2"/>
              </a:buClr>
              <a:buSzPts val="1600"/>
              <a:buChar char="●"/>
              <a:defRPr/>
            </a:lvl9pPr>
          </a:lstStyle>
          <a:p/>
        </p:txBody>
      </p:sp>
      <p:sp>
        <p:nvSpPr>
          <p:cNvPr id="336" name="Google Shape;336;p39"/>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37" name="Google Shape;337;p39"/>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338" name="Google Shape;338;p39"/>
          <p:cNvSpPr txBox="1"/>
          <p:nvPr>
            <p:ph idx="2" type="subTitle"/>
          </p:nvPr>
        </p:nvSpPr>
        <p:spPr>
          <a:xfrm>
            <a:off x="4562225" y="4870025"/>
            <a:ext cx="36210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39" name="Google Shape;339;p39"/>
          <p:cNvSpPr txBox="1"/>
          <p:nvPr>
            <p:ph idx="3" type="subTitle"/>
          </p:nvPr>
        </p:nvSpPr>
        <p:spPr>
          <a:xfrm>
            <a:off x="431725" y="2574475"/>
            <a:ext cx="3218700" cy="8310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40" name="Google Shape;340;p39"/>
          <p:cNvSpPr txBox="1"/>
          <p:nvPr>
            <p:ph type="title"/>
          </p:nvPr>
        </p:nvSpPr>
        <p:spPr>
          <a:xfrm>
            <a:off x="431725" y="1419975"/>
            <a:ext cx="3218700" cy="108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_Split screen, title, subtext, body - yellow green">
  <p:cSld name="SECTION_TITLE_AND_DESCRIPTION_1_2_1_1_1">
    <p:spTree>
      <p:nvGrpSpPr>
        <p:cNvPr id="341" name="Shape 341"/>
        <p:cNvGrpSpPr/>
        <p:nvPr/>
      </p:nvGrpSpPr>
      <p:grpSpPr>
        <a:xfrm>
          <a:off x="0" y="0"/>
          <a:ext cx="0" cy="0"/>
          <a:chOff x="0" y="0"/>
          <a:chExt cx="0" cy="0"/>
        </a:xfrm>
      </p:grpSpPr>
      <p:sp>
        <p:nvSpPr>
          <p:cNvPr id="342" name="Google Shape;342;p40"/>
          <p:cNvSpPr/>
          <p:nvPr/>
        </p:nvSpPr>
        <p:spPr>
          <a:xfrm flipH="1">
            <a:off x="0" y="-125"/>
            <a:ext cx="4054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43" name="Google Shape;343;p40"/>
          <p:cNvSpPr txBox="1"/>
          <p:nvPr>
            <p:ph idx="1" type="body"/>
          </p:nvPr>
        </p:nvSpPr>
        <p:spPr>
          <a:xfrm>
            <a:off x="4562225" y="724075"/>
            <a:ext cx="4214400" cy="3695100"/>
          </a:xfrm>
          <a:prstGeom prst="rect">
            <a:avLst/>
          </a:prstGeom>
        </p:spPr>
        <p:txBody>
          <a:bodyPr anchorCtr="0" anchor="t" bIns="0" lIns="0" spcFirstLastPara="1" rIns="0" wrap="square" tIns="0">
            <a:noAutofit/>
          </a:bodyPr>
          <a:lstStyle>
            <a:lvl1pPr indent="-330200" lvl="0" marL="457200" rtl="0">
              <a:spcBef>
                <a:spcPts val="0"/>
              </a:spcBef>
              <a:spcAft>
                <a:spcPts val="0"/>
              </a:spcAft>
              <a:buClr>
                <a:schemeClr val="accent4"/>
              </a:buClr>
              <a:buSzPts val="1600"/>
              <a:buChar char="●"/>
              <a:defRPr/>
            </a:lvl1pPr>
            <a:lvl2pPr indent="-330200" lvl="1" marL="914400" rtl="0">
              <a:spcBef>
                <a:spcPts val="1000"/>
              </a:spcBef>
              <a:spcAft>
                <a:spcPts val="0"/>
              </a:spcAft>
              <a:buClr>
                <a:schemeClr val="accent2"/>
              </a:buClr>
              <a:buSzPts val="1600"/>
              <a:buChar char="●"/>
              <a:defRPr/>
            </a:lvl2pPr>
            <a:lvl3pPr indent="-330200" lvl="2" marL="1371600" rtl="0">
              <a:spcBef>
                <a:spcPts val="1000"/>
              </a:spcBef>
              <a:spcAft>
                <a:spcPts val="0"/>
              </a:spcAft>
              <a:buClr>
                <a:schemeClr val="accent2"/>
              </a:buClr>
              <a:buSzPts val="1600"/>
              <a:buChar char="●"/>
              <a:defRPr/>
            </a:lvl3pPr>
            <a:lvl4pPr indent="-330200" lvl="3" marL="1828800" rtl="0">
              <a:spcBef>
                <a:spcPts val="1000"/>
              </a:spcBef>
              <a:spcAft>
                <a:spcPts val="0"/>
              </a:spcAft>
              <a:buClr>
                <a:schemeClr val="accent4"/>
              </a:buClr>
              <a:buSzPts val="1600"/>
              <a:buChar char="●"/>
              <a:defRPr/>
            </a:lvl4pPr>
            <a:lvl5pPr indent="-330200" lvl="4" marL="2286000" rtl="0">
              <a:spcBef>
                <a:spcPts val="1000"/>
              </a:spcBef>
              <a:spcAft>
                <a:spcPts val="0"/>
              </a:spcAft>
              <a:buClr>
                <a:schemeClr val="accent2"/>
              </a:buClr>
              <a:buSzPts val="1600"/>
              <a:buChar char="●"/>
              <a:defRPr/>
            </a:lvl5pPr>
            <a:lvl6pPr indent="-330200" lvl="5" marL="2743200" rtl="0">
              <a:spcBef>
                <a:spcPts val="1000"/>
              </a:spcBef>
              <a:spcAft>
                <a:spcPts val="0"/>
              </a:spcAft>
              <a:buClr>
                <a:schemeClr val="accent2"/>
              </a:buClr>
              <a:buSzPts val="1600"/>
              <a:buChar char="●"/>
              <a:defRPr/>
            </a:lvl6pPr>
            <a:lvl7pPr indent="-330200" lvl="6" marL="3200400" rtl="0">
              <a:spcBef>
                <a:spcPts val="1000"/>
              </a:spcBef>
              <a:spcAft>
                <a:spcPts val="0"/>
              </a:spcAft>
              <a:buClr>
                <a:schemeClr val="accent4"/>
              </a:buClr>
              <a:buSzPts val="1600"/>
              <a:buChar char="●"/>
              <a:defRPr/>
            </a:lvl7pPr>
            <a:lvl8pPr indent="-330200" lvl="7" marL="3657600" rtl="0">
              <a:spcBef>
                <a:spcPts val="1000"/>
              </a:spcBef>
              <a:spcAft>
                <a:spcPts val="0"/>
              </a:spcAft>
              <a:buClr>
                <a:schemeClr val="accent2"/>
              </a:buClr>
              <a:buSzPts val="1600"/>
              <a:buChar char="●"/>
              <a:defRPr/>
            </a:lvl8pPr>
            <a:lvl9pPr indent="-330200" lvl="8" marL="4114800" rtl="0">
              <a:spcBef>
                <a:spcPts val="1000"/>
              </a:spcBef>
              <a:spcAft>
                <a:spcPts val="1000"/>
              </a:spcAft>
              <a:buClr>
                <a:schemeClr val="accent2"/>
              </a:buClr>
              <a:buSzPts val="1600"/>
              <a:buChar char="●"/>
              <a:defRPr/>
            </a:lvl9pPr>
          </a:lstStyle>
          <a:p/>
        </p:txBody>
      </p:sp>
      <p:sp>
        <p:nvSpPr>
          <p:cNvPr id="344" name="Google Shape;344;p40"/>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45" name="Google Shape;345;p40"/>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346" name="Google Shape;346;p40"/>
          <p:cNvSpPr txBox="1"/>
          <p:nvPr>
            <p:ph idx="2" type="subTitle"/>
          </p:nvPr>
        </p:nvSpPr>
        <p:spPr>
          <a:xfrm>
            <a:off x="4562225" y="4870025"/>
            <a:ext cx="36210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47" name="Google Shape;347;p40"/>
          <p:cNvSpPr txBox="1"/>
          <p:nvPr>
            <p:ph idx="3" type="subTitle"/>
          </p:nvPr>
        </p:nvSpPr>
        <p:spPr>
          <a:xfrm>
            <a:off x="431725" y="2574475"/>
            <a:ext cx="3218700" cy="8310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48" name="Google Shape;348;p40"/>
          <p:cNvSpPr txBox="1"/>
          <p:nvPr>
            <p:ph type="title"/>
          </p:nvPr>
        </p:nvSpPr>
        <p:spPr>
          <a:xfrm>
            <a:off x="431725" y="1419975"/>
            <a:ext cx="3218700" cy="108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_Split screen, title, subtext, body - yellow">
  <p:cSld name="SECTION_TITLE_AND_DESCRIPTION_1_1_1">
    <p:spTree>
      <p:nvGrpSpPr>
        <p:cNvPr id="349" name="Shape 349"/>
        <p:cNvGrpSpPr/>
        <p:nvPr/>
      </p:nvGrpSpPr>
      <p:grpSpPr>
        <a:xfrm>
          <a:off x="0" y="0"/>
          <a:ext cx="0" cy="0"/>
          <a:chOff x="0" y="0"/>
          <a:chExt cx="0" cy="0"/>
        </a:xfrm>
      </p:grpSpPr>
      <p:sp>
        <p:nvSpPr>
          <p:cNvPr id="350" name="Google Shape;350;p41"/>
          <p:cNvSpPr/>
          <p:nvPr/>
        </p:nvSpPr>
        <p:spPr>
          <a:xfrm flipH="1">
            <a:off x="0" y="-125"/>
            <a:ext cx="4054200" cy="5143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351" name="Google Shape;351;p41"/>
          <p:cNvSpPr txBox="1"/>
          <p:nvPr>
            <p:ph idx="1" type="body"/>
          </p:nvPr>
        </p:nvSpPr>
        <p:spPr>
          <a:xfrm>
            <a:off x="4562225" y="724075"/>
            <a:ext cx="4214400" cy="3695100"/>
          </a:xfrm>
          <a:prstGeom prst="rect">
            <a:avLst/>
          </a:prstGeom>
        </p:spPr>
        <p:txBody>
          <a:bodyPr anchorCtr="0" anchor="t" bIns="0" lIns="0" spcFirstLastPara="1" rIns="0" wrap="square" tIns="0">
            <a:noAutofit/>
          </a:bodyPr>
          <a:lstStyle>
            <a:lvl1pPr indent="-330200" lvl="0" marL="457200" rtl="0">
              <a:spcBef>
                <a:spcPts val="0"/>
              </a:spcBef>
              <a:spcAft>
                <a:spcPts val="0"/>
              </a:spcAft>
              <a:buClr>
                <a:schemeClr val="accent5"/>
              </a:buClr>
              <a:buSzPts val="1600"/>
              <a:buChar char="●"/>
              <a:defRPr/>
            </a:lvl1pPr>
            <a:lvl2pPr indent="-330200" lvl="1" marL="914400" rtl="0">
              <a:spcBef>
                <a:spcPts val="1000"/>
              </a:spcBef>
              <a:spcAft>
                <a:spcPts val="0"/>
              </a:spcAft>
              <a:buClr>
                <a:schemeClr val="accent5"/>
              </a:buClr>
              <a:buSzPts val="1600"/>
              <a:buChar char="●"/>
              <a:defRPr/>
            </a:lvl2pPr>
            <a:lvl3pPr indent="-330200" lvl="2" marL="1371600" rtl="0">
              <a:spcBef>
                <a:spcPts val="1000"/>
              </a:spcBef>
              <a:spcAft>
                <a:spcPts val="0"/>
              </a:spcAft>
              <a:buClr>
                <a:schemeClr val="accent5"/>
              </a:buClr>
              <a:buSzPts val="1600"/>
              <a:buChar char="●"/>
              <a:defRPr/>
            </a:lvl3pPr>
            <a:lvl4pPr indent="-330200" lvl="3" marL="1828800" rtl="0">
              <a:spcBef>
                <a:spcPts val="1000"/>
              </a:spcBef>
              <a:spcAft>
                <a:spcPts val="0"/>
              </a:spcAft>
              <a:buClr>
                <a:schemeClr val="accent5"/>
              </a:buClr>
              <a:buSzPts val="1600"/>
              <a:buChar char="●"/>
              <a:defRPr/>
            </a:lvl4pPr>
            <a:lvl5pPr indent="-330200" lvl="4" marL="2286000" rtl="0">
              <a:spcBef>
                <a:spcPts val="1000"/>
              </a:spcBef>
              <a:spcAft>
                <a:spcPts val="0"/>
              </a:spcAft>
              <a:buClr>
                <a:schemeClr val="accent5"/>
              </a:buClr>
              <a:buSzPts val="1600"/>
              <a:buChar char="●"/>
              <a:defRPr/>
            </a:lvl5pPr>
            <a:lvl6pPr indent="-330200" lvl="5" marL="2743200" rtl="0">
              <a:spcBef>
                <a:spcPts val="1000"/>
              </a:spcBef>
              <a:spcAft>
                <a:spcPts val="0"/>
              </a:spcAft>
              <a:buClr>
                <a:schemeClr val="accent5"/>
              </a:buClr>
              <a:buSzPts val="1600"/>
              <a:buChar char="●"/>
              <a:defRPr/>
            </a:lvl6pPr>
            <a:lvl7pPr indent="-330200" lvl="6" marL="3200400" rtl="0">
              <a:spcBef>
                <a:spcPts val="1000"/>
              </a:spcBef>
              <a:spcAft>
                <a:spcPts val="0"/>
              </a:spcAft>
              <a:buClr>
                <a:schemeClr val="accent5"/>
              </a:buClr>
              <a:buSzPts val="1600"/>
              <a:buChar char="●"/>
              <a:defRPr/>
            </a:lvl7pPr>
            <a:lvl8pPr indent="-330200" lvl="7" marL="3657600" rtl="0">
              <a:spcBef>
                <a:spcPts val="1000"/>
              </a:spcBef>
              <a:spcAft>
                <a:spcPts val="0"/>
              </a:spcAft>
              <a:buClr>
                <a:schemeClr val="accent5"/>
              </a:buClr>
              <a:buSzPts val="1600"/>
              <a:buChar char="●"/>
              <a:defRPr/>
            </a:lvl8pPr>
            <a:lvl9pPr indent="-330200" lvl="8" marL="4114800" rtl="0">
              <a:spcBef>
                <a:spcPts val="1000"/>
              </a:spcBef>
              <a:spcAft>
                <a:spcPts val="1000"/>
              </a:spcAft>
              <a:buClr>
                <a:schemeClr val="accent5"/>
              </a:buClr>
              <a:buSzPts val="1600"/>
              <a:buChar char="●"/>
              <a:defRPr/>
            </a:lvl9pPr>
          </a:lstStyle>
          <a:p/>
        </p:txBody>
      </p:sp>
      <p:sp>
        <p:nvSpPr>
          <p:cNvPr id="352" name="Google Shape;352;p41"/>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53" name="Google Shape;353;p41"/>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354" name="Google Shape;354;p41"/>
          <p:cNvSpPr txBox="1"/>
          <p:nvPr>
            <p:ph idx="2" type="subTitle"/>
          </p:nvPr>
        </p:nvSpPr>
        <p:spPr>
          <a:xfrm>
            <a:off x="431725" y="2574475"/>
            <a:ext cx="3218700" cy="8310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355" name="Google Shape;355;p41"/>
          <p:cNvSpPr txBox="1"/>
          <p:nvPr>
            <p:ph idx="3" type="subTitle"/>
          </p:nvPr>
        </p:nvSpPr>
        <p:spPr>
          <a:xfrm>
            <a:off x="4562225" y="4870025"/>
            <a:ext cx="36210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56" name="Google Shape;356;p41"/>
          <p:cNvSpPr txBox="1"/>
          <p:nvPr>
            <p:ph type="title"/>
          </p:nvPr>
        </p:nvSpPr>
        <p:spPr>
          <a:xfrm>
            <a:off x="431725" y="1419975"/>
            <a:ext cx="3218700" cy="10869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_Transition slide - blue">
  <p:cSld name="BLANK_2_2">
    <p:bg>
      <p:bgPr>
        <a:solidFill>
          <a:schemeClr val="accent1"/>
        </a:solidFill>
      </p:bgPr>
    </p:bg>
    <p:spTree>
      <p:nvGrpSpPr>
        <p:cNvPr id="357" name="Shape 357"/>
        <p:cNvGrpSpPr/>
        <p:nvPr/>
      </p:nvGrpSpPr>
      <p:grpSpPr>
        <a:xfrm>
          <a:off x="0" y="0"/>
          <a:ext cx="0" cy="0"/>
          <a:chOff x="0" y="0"/>
          <a:chExt cx="0" cy="0"/>
        </a:xfrm>
      </p:grpSpPr>
      <p:sp>
        <p:nvSpPr>
          <p:cNvPr id="358" name="Google Shape;358;p42"/>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9" name="Google Shape;359;p42"/>
          <p:cNvSpPr txBox="1"/>
          <p:nvPr>
            <p:ph idx="1" type="subTitle"/>
          </p:nvPr>
        </p:nvSpPr>
        <p:spPr>
          <a:xfrm>
            <a:off x="431725" y="1698000"/>
            <a:ext cx="7814400" cy="485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360" name="Google Shape;360;p42"/>
          <p:cNvSpPr txBox="1"/>
          <p:nvPr>
            <p:ph type="title"/>
          </p:nvPr>
        </p:nvSpPr>
        <p:spPr>
          <a:xfrm>
            <a:off x="431725" y="2063675"/>
            <a:ext cx="7814400" cy="2007300"/>
          </a:xfrm>
          <a:prstGeom prst="rect">
            <a:avLst/>
          </a:prstGeom>
        </p:spPr>
        <p:txBody>
          <a:bodyPr anchorCtr="0" anchor="t" bIns="0" lIns="0" spcFirstLastPara="1" rIns="0" wrap="square" tIns="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_Transition slide - dark teal">
  <p:cSld name="BLANK_2_1_2">
    <p:bg>
      <p:bgPr>
        <a:solidFill>
          <a:schemeClr val="accent2"/>
        </a:solidFill>
      </p:bgPr>
    </p:bg>
    <p:spTree>
      <p:nvGrpSpPr>
        <p:cNvPr id="361" name="Shape 361"/>
        <p:cNvGrpSpPr/>
        <p:nvPr/>
      </p:nvGrpSpPr>
      <p:grpSpPr>
        <a:xfrm>
          <a:off x="0" y="0"/>
          <a:ext cx="0" cy="0"/>
          <a:chOff x="0" y="0"/>
          <a:chExt cx="0" cy="0"/>
        </a:xfrm>
      </p:grpSpPr>
      <p:sp>
        <p:nvSpPr>
          <p:cNvPr id="362" name="Google Shape;362;p43"/>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63" name="Google Shape;363;p43"/>
          <p:cNvSpPr txBox="1"/>
          <p:nvPr>
            <p:ph idx="1" type="subTitle"/>
          </p:nvPr>
        </p:nvSpPr>
        <p:spPr>
          <a:xfrm>
            <a:off x="431725" y="1698000"/>
            <a:ext cx="7814400" cy="485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600"/>
              <a:buNone/>
              <a:defRPr sz="1600">
                <a:solidFill>
                  <a:schemeClr val="dk1"/>
                </a:solidFill>
              </a:defRPr>
            </a:lvl1pPr>
            <a:lvl2pPr lvl="1" rtl="0">
              <a:lnSpc>
                <a:spcPct val="100000"/>
              </a:lnSpc>
              <a:spcBef>
                <a:spcPts val="0"/>
              </a:spcBef>
              <a:spcAft>
                <a:spcPts val="0"/>
              </a:spcAft>
              <a:buClr>
                <a:schemeClr val="dk1"/>
              </a:buClr>
              <a:buSzPts val="1600"/>
              <a:buNone/>
              <a:defRPr sz="1600">
                <a:solidFill>
                  <a:schemeClr val="dk1"/>
                </a:solidFill>
              </a:defRPr>
            </a:lvl2pPr>
            <a:lvl3pPr lvl="2" rtl="0">
              <a:lnSpc>
                <a:spcPct val="100000"/>
              </a:lnSpc>
              <a:spcBef>
                <a:spcPts val="0"/>
              </a:spcBef>
              <a:spcAft>
                <a:spcPts val="0"/>
              </a:spcAft>
              <a:buClr>
                <a:schemeClr val="dk1"/>
              </a:buClr>
              <a:buSzPts val="1600"/>
              <a:buNone/>
              <a:defRPr sz="1600">
                <a:solidFill>
                  <a:schemeClr val="dk1"/>
                </a:solidFill>
              </a:defRPr>
            </a:lvl3pPr>
            <a:lvl4pPr lvl="3" rtl="0">
              <a:lnSpc>
                <a:spcPct val="100000"/>
              </a:lnSpc>
              <a:spcBef>
                <a:spcPts val="0"/>
              </a:spcBef>
              <a:spcAft>
                <a:spcPts val="0"/>
              </a:spcAft>
              <a:buClr>
                <a:schemeClr val="dk1"/>
              </a:buClr>
              <a:buSzPts val="1600"/>
              <a:buNone/>
              <a:defRPr sz="1600">
                <a:solidFill>
                  <a:schemeClr val="dk1"/>
                </a:solidFill>
              </a:defRPr>
            </a:lvl4pPr>
            <a:lvl5pPr lvl="4" rtl="0">
              <a:lnSpc>
                <a:spcPct val="100000"/>
              </a:lnSpc>
              <a:spcBef>
                <a:spcPts val="0"/>
              </a:spcBef>
              <a:spcAft>
                <a:spcPts val="0"/>
              </a:spcAft>
              <a:buClr>
                <a:schemeClr val="dk1"/>
              </a:buClr>
              <a:buSzPts val="1600"/>
              <a:buNone/>
              <a:defRPr sz="1600">
                <a:solidFill>
                  <a:schemeClr val="dk1"/>
                </a:solidFill>
              </a:defRPr>
            </a:lvl5pPr>
            <a:lvl6pPr lvl="5" rtl="0">
              <a:lnSpc>
                <a:spcPct val="100000"/>
              </a:lnSpc>
              <a:spcBef>
                <a:spcPts val="0"/>
              </a:spcBef>
              <a:spcAft>
                <a:spcPts val="0"/>
              </a:spcAft>
              <a:buClr>
                <a:schemeClr val="dk1"/>
              </a:buClr>
              <a:buSzPts val="1600"/>
              <a:buNone/>
              <a:defRPr sz="1600">
                <a:solidFill>
                  <a:schemeClr val="dk1"/>
                </a:solidFill>
              </a:defRPr>
            </a:lvl6pPr>
            <a:lvl7pPr lvl="6" rtl="0">
              <a:lnSpc>
                <a:spcPct val="100000"/>
              </a:lnSpc>
              <a:spcBef>
                <a:spcPts val="0"/>
              </a:spcBef>
              <a:spcAft>
                <a:spcPts val="0"/>
              </a:spcAft>
              <a:buClr>
                <a:schemeClr val="dk1"/>
              </a:buClr>
              <a:buSzPts val="1600"/>
              <a:buNone/>
              <a:defRPr sz="1600">
                <a:solidFill>
                  <a:schemeClr val="dk1"/>
                </a:solidFill>
              </a:defRPr>
            </a:lvl7pPr>
            <a:lvl8pPr lvl="7" rtl="0">
              <a:lnSpc>
                <a:spcPct val="100000"/>
              </a:lnSpc>
              <a:spcBef>
                <a:spcPts val="0"/>
              </a:spcBef>
              <a:spcAft>
                <a:spcPts val="0"/>
              </a:spcAft>
              <a:buClr>
                <a:schemeClr val="dk1"/>
              </a:buClr>
              <a:buSzPts val="1600"/>
              <a:buNone/>
              <a:defRPr sz="1600">
                <a:solidFill>
                  <a:schemeClr val="dk1"/>
                </a:solidFill>
              </a:defRPr>
            </a:lvl8pPr>
            <a:lvl9pPr lvl="8" rtl="0">
              <a:lnSpc>
                <a:spcPct val="100000"/>
              </a:lnSpc>
              <a:spcBef>
                <a:spcPts val="0"/>
              </a:spcBef>
              <a:spcAft>
                <a:spcPts val="0"/>
              </a:spcAft>
              <a:buClr>
                <a:schemeClr val="dk1"/>
              </a:buClr>
              <a:buSzPts val="1600"/>
              <a:buNone/>
              <a:defRPr sz="1600">
                <a:solidFill>
                  <a:schemeClr val="dk1"/>
                </a:solidFill>
              </a:defRPr>
            </a:lvl9pPr>
          </a:lstStyle>
          <a:p/>
        </p:txBody>
      </p:sp>
      <p:sp>
        <p:nvSpPr>
          <p:cNvPr id="364" name="Google Shape;364;p43"/>
          <p:cNvSpPr txBox="1"/>
          <p:nvPr>
            <p:ph type="title"/>
          </p:nvPr>
        </p:nvSpPr>
        <p:spPr>
          <a:xfrm>
            <a:off x="431725" y="2063675"/>
            <a:ext cx="7814400" cy="2007300"/>
          </a:xfrm>
          <a:prstGeom prst="rect">
            <a:avLst/>
          </a:prstGeom>
        </p:spPr>
        <p:txBody>
          <a:bodyPr anchorCtr="0" anchor="t" bIns="0" lIns="0" spcFirstLastPara="1" rIns="0" wrap="square" tIns="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_Transition slide - green">
  <p:cSld name="BLANK_2_1_1_3">
    <p:bg>
      <p:bgPr>
        <a:solidFill>
          <a:schemeClr val="accent3"/>
        </a:solidFill>
      </p:bgPr>
    </p:bg>
    <p:spTree>
      <p:nvGrpSpPr>
        <p:cNvPr id="365" name="Shape 365"/>
        <p:cNvGrpSpPr/>
        <p:nvPr/>
      </p:nvGrpSpPr>
      <p:grpSpPr>
        <a:xfrm>
          <a:off x="0" y="0"/>
          <a:ext cx="0" cy="0"/>
          <a:chOff x="0" y="0"/>
          <a:chExt cx="0" cy="0"/>
        </a:xfrm>
      </p:grpSpPr>
      <p:sp>
        <p:nvSpPr>
          <p:cNvPr id="366" name="Google Shape;366;p44"/>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67" name="Google Shape;367;p44"/>
          <p:cNvSpPr txBox="1"/>
          <p:nvPr>
            <p:ph idx="1" type="subTitle"/>
          </p:nvPr>
        </p:nvSpPr>
        <p:spPr>
          <a:xfrm>
            <a:off x="431725" y="1698000"/>
            <a:ext cx="7814400" cy="485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368" name="Google Shape;368;p44"/>
          <p:cNvSpPr txBox="1"/>
          <p:nvPr>
            <p:ph type="title"/>
          </p:nvPr>
        </p:nvSpPr>
        <p:spPr>
          <a:xfrm>
            <a:off x="431725" y="2063675"/>
            <a:ext cx="7814400" cy="2007300"/>
          </a:xfrm>
          <a:prstGeom prst="rect">
            <a:avLst/>
          </a:prstGeom>
        </p:spPr>
        <p:txBody>
          <a:bodyPr anchorCtr="0" anchor="t" bIns="0" lIns="0" spcFirstLastPara="1" rIns="0" wrap="square" tIns="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_Transition slide - yellow green">
  <p:cSld name="BLANK_2_1_1_2_1">
    <p:bg>
      <p:bgPr>
        <a:solidFill>
          <a:schemeClr val="accent4"/>
        </a:solidFill>
      </p:bgPr>
    </p:bg>
    <p:spTree>
      <p:nvGrpSpPr>
        <p:cNvPr id="369" name="Shape 369"/>
        <p:cNvGrpSpPr/>
        <p:nvPr/>
      </p:nvGrpSpPr>
      <p:grpSpPr>
        <a:xfrm>
          <a:off x="0" y="0"/>
          <a:ext cx="0" cy="0"/>
          <a:chOff x="0" y="0"/>
          <a:chExt cx="0" cy="0"/>
        </a:xfrm>
      </p:grpSpPr>
      <p:sp>
        <p:nvSpPr>
          <p:cNvPr id="370" name="Google Shape;370;p45"/>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1" name="Google Shape;371;p45"/>
          <p:cNvSpPr txBox="1"/>
          <p:nvPr>
            <p:ph idx="1" type="subTitle"/>
          </p:nvPr>
        </p:nvSpPr>
        <p:spPr>
          <a:xfrm>
            <a:off x="431725" y="1698000"/>
            <a:ext cx="7814400" cy="485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372" name="Google Shape;372;p45"/>
          <p:cNvSpPr txBox="1"/>
          <p:nvPr>
            <p:ph type="title"/>
          </p:nvPr>
        </p:nvSpPr>
        <p:spPr>
          <a:xfrm>
            <a:off x="431725" y="2063675"/>
            <a:ext cx="7814400" cy="2007300"/>
          </a:xfrm>
          <a:prstGeom prst="rect">
            <a:avLst/>
          </a:prstGeom>
        </p:spPr>
        <p:txBody>
          <a:bodyPr anchorCtr="0" anchor="t" bIns="0" lIns="0" spcFirstLastPara="1" rIns="0" wrap="square" tIns="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_Transition slide - yellow">
  <p:cSld name="BLANK_2_1_1_1_1">
    <p:bg>
      <p:bgPr>
        <a:solidFill>
          <a:schemeClr val="accent5"/>
        </a:solidFill>
      </p:bgPr>
    </p:bg>
    <p:spTree>
      <p:nvGrpSpPr>
        <p:cNvPr id="373" name="Shape 373"/>
        <p:cNvGrpSpPr/>
        <p:nvPr/>
      </p:nvGrpSpPr>
      <p:grpSpPr>
        <a:xfrm>
          <a:off x="0" y="0"/>
          <a:ext cx="0" cy="0"/>
          <a:chOff x="0" y="0"/>
          <a:chExt cx="0" cy="0"/>
        </a:xfrm>
      </p:grpSpPr>
      <p:sp>
        <p:nvSpPr>
          <p:cNvPr id="374" name="Google Shape;374;p46"/>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5" name="Google Shape;375;p46"/>
          <p:cNvSpPr txBox="1"/>
          <p:nvPr>
            <p:ph idx="1" type="subTitle"/>
          </p:nvPr>
        </p:nvSpPr>
        <p:spPr>
          <a:xfrm>
            <a:off x="431725" y="1698000"/>
            <a:ext cx="7814400" cy="485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376" name="Google Shape;376;p46"/>
          <p:cNvSpPr txBox="1"/>
          <p:nvPr>
            <p:ph type="title"/>
          </p:nvPr>
        </p:nvSpPr>
        <p:spPr>
          <a:xfrm>
            <a:off x="431725" y="2063675"/>
            <a:ext cx="7814400" cy="2007300"/>
          </a:xfrm>
          <a:prstGeom prst="rect">
            <a:avLst/>
          </a:prstGeom>
        </p:spPr>
        <p:txBody>
          <a:bodyPr anchorCtr="0" anchor="t" bIns="0" lIns="0" spcFirstLastPara="1" rIns="0" wrap="square" tIns="0">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_Statement highlight - blue">
  <p:cSld name="SECTION_HEADER_2_1">
    <p:spTree>
      <p:nvGrpSpPr>
        <p:cNvPr id="377" name="Shape 377"/>
        <p:cNvGrpSpPr/>
        <p:nvPr/>
      </p:nvGrpSpPr>
      <p:grpSpPr>
        <a:xfrm>
          <a:off x="0" y="0"/>
          <a:ext cx="0" cy="0"/>
          <a:chOff x="0" y="0"/>
          <a:chExt cx="0" cy="0"/>
        </a:xfrm>
      </p:grpSpPr>
      <p:sp>
        <p:nvSpPr>
          <p:cNvPr id="378" name="Google Shape;378;p47"/>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9" name="Google Shape;379;p47"/>
          <p:cNvSpPr txBox="1"/>
          <p:nvPr>
            <p:ph idx="1"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80" name="Google Shape;380;p47"/>
          <p:cNvSpPr txBox="1"/>
          <p:nvPr>
            <p:ph type="title"/>
          </p:nvPr>
        </p:nvSpPr>
        <p:spPr>
          <a:xfrm>
            <a:off x="1138575" y="1117500"/>
            <a:ext cx="6866700" cy="26037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1"/>
              </a:buClr>
              <a:buSzPts val="4800"/>
              <a:buNone/>
              <a:defRPr sz="4800">
                <a:solidFill>
                  <a:schemeClr val="accent1"/>
                </a:solidFill>
              </a:defRPr>
            </a:lvl1pPr>
            <a:lvl2pPr lvl="1" rtl="0" algn="ctr">
              <a:spcBef>
                <a:spcPts val="0"/>
              </a:spcBef>
              <a:spcAft>
                <a:spcPts val="0"/>
              </a:spcAft>
              <a:buClr>
                <a:schemeClr val="accent1"/>
              </a:buClr>
              <a:buSzPts val="4800"/>
              <a:buNone/>
              <a:defRPr sz="4800">
                <a:solidFill>
                  <a:schemeClr val="accent1"/>
                </a:solidFill>
              </a:defRPr>
            </a:lvl2pPr>
            <a:lvl3pPr lvl="2" rtl="0" algn="ctr">
              <a:spcBef>
                <a:spcPts val="0"/>
              </a:spcBef>
              <a:spcAft>
                <a:spcPts val="0"/>
              </a:spcAft>
              <a:buClr>
                <a:schemeClr val="accent1"/>
              </a:buClr>
              <a:buSzPts val="4800"/>
              <a:buNone/>
              <a:defRPr sz="4800">
                <a:solidFill>
                  <a:schemeClr val="accent1"/>
                </a:solidFill>
              </a:defRPr>
            </a:lvl3pPr>
            <a:lvl4pPr lvl="3" rtl="0" algn="ctr">
              <a:spcBef>
                <a:spcPts val="0"/>
              </a:spcBef>
              <a:spcAft>
                <a:spcPts val="0"/>
              </a:spcAft>
              <a:buClr>
                <a:schemeClr val="accent1"/>
              </a:buClr>
              <a:buSzPts val="4800"/>
              <a:buNone/>
              <a:defRPr sz="4800">
                <a:solidFill>
                  <a:schemeClr val="accent1"/>
                </a:solidFill>
              </a:defRPr>
            </a:lvl4pPr>
            <a:lvl5pPr lvl="4" rtl="0" algn="ctr">
              <a:spcBef>
                <a:spcPts val="0"/>
              </a:spcBef>
              <a:spcAft>
                <a:spcPts val="0"/>
              </a:spcAft>
              <a:buClr>
                <a:schemeClr val="accent1"/>
              </a:buClr>
              <a:buSzPts val="4800"/>
              <a:buNone/>
              <a:defRPr sz="4800">
                <a:solidFill>
                  <a:schemeClr val="accent1"/>
                </a:solidFill>
              </a:defRPr>
            </a:lvl5pPr>
            <a:lvl6pPr lvl="5" rtl="0" algn="ctr">
              <a:spcBef>
                <a:spcPts val="0"/>
              </a:spcBef>
              <a:spcAft>
                <a:spcPts val="0"/>
              </a:spcAft>
              <a:buClr>
                <a:schemeClr val="accent1"/>
              </a:buClr>
              <a:buSzPts val="4800"/>
              <a:buNone/>
              <a:defRPr sz="4800">
                <a:solidFill>
                  <a:schemeClr val="accent1"/>
                </a:solidFill>
              </a:defRPr>
            </a:lvl6pPr>
            <a:lvl7pPr lvl="6" rtl="0" algn="ctr">
              <a:spcBef>
                <a:spcPts val="0"/>
              </a:spcBef>
              <a:spcAft>
                <a:spcPts val="0"/>
              </a:spcAft>
              <a:buClr>
                <a:schemeClr val="accent1"/>
              </a:buClr>
              <a:buSzPts val="4800"/>
              <a:buNone/>
              <a:defRPr sz="4800">
                <a:solidFill>
                  <a:schemeClr val="accent1"/>
                </a:solidFill>
              </a:defRPr>
            </a:lvl7pPr>
            <a:lvl8pPr lvl="7" rtl="0" algn="ctr">
              <a:spcBef>
                <a:spcPts val="0"/>
              </a:spcBef>
              <a:spcAft>
                <a:spcPts val="0"/>
              </a:spcAft>
              <a:buClr>
                <a:schemeClr val="accent1"/>
              </a:buClr>
              <a:buSzPts val="4800"/>
              <a:buNone/>
              <a:defRPr sz="4800">
                <a:solidFill>
                  <a:schemeClr val="accent1"/>
                </a:solidFill>
              </a:defRPr>
            </a:lvl8pPr>
            <a:lvl9pPr lvl="8" rtl="0" algn="ctr">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_Statement highlight - dark teal">
  <p:cSld name="SECTION_HEADER_1_3_1">
    <p:spTree>
      <p:nvGrpSpPr>
        <p:cNvPr id="381" name="Shape 381"/>
        <p:cNvGrpSpPr/>
        <p:nvPr/>
      </p:nvGrpSpPr>
      <p:grpSpPr>
        <a:xfrm>
          <a:off x="0" y="0"/>
          <a:ext cx="0" cy="0"/>
          <a:chOff x="0" y="0"/>
          <a:chExt cx="0" cy="0"/>
        </a:xfrm>
      </p:grpSpPr>
      <p:sp>
        <p:nvSpPr>
          <p:cNvPr id="382" name="Google Shape;382;p48"/>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83" name="Google Shape;383;p48"/>
          <p:cNvSpPr txBox="1"/>
          <p:nvPr>
            <p:ph idx="1"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84" name="Google Shape;384;p48"/>
          <p:cNvSpPr txBox="1"/>
          <p:nvPr>
            <p:ph type="title"/>
          </p:nvPr>
        </p:nvSpPr>
        <p:spPr>
          <a:xfrm>
            <a:off x="1138575" y="1117500"/>
            <a:ext cx="6866700" cy="26037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2"/>
              </a:buClr>
              <a:buSzPts val="4800"/>
              <a:buNone/>
              <a:defRPr sz="4800">
                <a:solidFill>
                  <a:schemeClr val="accent2"/>
                </a:solidFill>
              </a:defRPr>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_Statement highlight - green">
  <p:cSld name="SECTION_HEADER_1_3_1_1">
    <p:spTree>
      <p:nvGrpSpPr>
        <p:cNvPr id="385" name="Shape 385"/>
        <p:cNvGrpSpPr/>
        <p:nvPr/>
      </p:nvGrpSpPr>
      <p:grpSpPr>
        <a:xfrm>
          <a:off x="0" y="0"/>
          <a:ext cx="0" cy="0"/>
          <a:chOff x="0" y="0"/>
          <a:chExt cx="0" cy="0"/>
        </a:xfrm>
      </p:grpSpPr>
      <p:sp>
        <p:nvSpPr>
          <p:cNvPr id="386" name="Google Shape;386;p49"/>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49"/>
          <p:cNvSpPr txBox="1"/>
          <p:nvPr>
            <p:ph idx="1"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88" name="Google Shape;388;p49"/>
          <p:cNvSpPr txBox="1"/>
          <p:nvPr>
            <p:ph type="title"/>
          </p:nvPr>
        </p:nvSpPr>
        <p:spPr>
          <a:xfrm>
            <a:off x="1138575" y="1117500"/>
            <a:ext cx="6866700" cy="26037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3"/>
              </a:buClr>
              <a:buSzPts val="4800"/>
              <a:buNone/>
              <a:defRPr sz="4800">
                <a:solidFill>
                  <a:schemeClr val="accent3"/>
                </a:solidFill>
              </a:defRPr>
            </a:lvl1pPr>
            <a:lvl2pPr lvl="1" rtl="0" algn="ctr">
              <a:spcBef>
                <a:spcPts val="0"/>
              </a:spcBef>
              <a:spcAft>
                <a:spcPts val="0"/>
              </a:spcAft>
              <a:buClr>
                <a:schemeClr val="accent3"/>
              </a:buClr>
              <a:buSzPts val="4800"/>
              <a:buNone/>
              <a:defRPr sz="4800">
                <a:solidFill>
                  <a:schemeClr val="accent3"/>
                </a:solidFill>
              </a:defRPr>
            </a:lvl2pPr>
            <a:lvl3pPr lvl="2" rtl="0" algn="ctr">
              <a:spcBef>
                <a:spcPts val="0"/>
              </a:spcBef>
              <a:spcAft>
                <a:spcPts val="0"/>
              </a:spcAft>
              <a:buClr>
                <a:schemeClr val="accent3"/>
              </a:buClr>
              <a:buSzPts val="4800"/>
              <a:buNone/>
              <a:defRPr sz="4800">
                <a:solidFill>
                  <a:schemeClr val="accent3"/>
                </a:solidFill>
              </a:defRPr>
            </a:lvl3pPr>
            <a:lvl4pPr lvl="3" rtl="0" algn="ctr">
              <a:spcBef>
                <a:spcPts val="0"/>
              </a:spcBef>
              <a:spcAft>
                <a:spcPts val="0"/>
              </a:spcAft>
              <a:buClr>
                <a:schemeClr val="accent3"/>
              </a:buClr>
              <a:buSzPts val="4800"/>
              <a:buNone/>
              <a:defRPr sz="4800">
                <a:solidFill>
                  <a:schemeClr val="accent3"/>
                </a:solidFill>
              </a:defRPr>
            </a:lvl4pPr>
            <a:lvl5pPr lvl="4" rtl="0" algn="ctr">
              <a:spcBef>
                <a:spcPts val="0"/>
              </a:spcBef>
              <a:spcAft>
                <a:spcPts val="0"/>
              </a:spcAft>
              <a:buClr>
                <a:schemeClr val="accent3"/>
              </a:buClr>
              <a:buSzPts val="4800"/>
              <a:buNone/>
              <a:defRPr sz="4800">
                <a:solidFill>
                  <a:schemeClr val="accent3"/>
                </a:solidFill>
              </a:defRPr>
            </a:lvl5pPr>
            <a:lvl6pPr lvl="5" rtl="0" algn="ctr">
              <a:spcBef>
                <a:spcPts val="0"/>
              </a:spcBef>
              <a:spcAft>
                <a:spcPts val="0"/>
              </a:spcAft>
              <a:buClr>
                <a:schemeClr val="accent3"/>
              </a:buClr>
              <a:buSzPts val="4800"/>
              <a:buNone/>
              <a:defRPr sz="4800">
                <a:solidFill>
                  <a:schemeClr val="accent3"/>
                </a:solidFill>
              </a:defRPr>
            </a:lvl6pPr>
            <a:lvl7pPr lvl="6" rtl="0" algn="ctr">
              <a:spcBef>
                <a:spcPts val="0"/>
              </a:spcBef>
              <a:spcAft>
                <a:spcPts val="0"/>
              </a:spcAft>
              <a:buClr>
                <a:schemeClr val="accent3"/>
              </a:buClr>
              <a:buSzPts val="4800"/>
              <a:buNone/>
              <a:defRPr sz="4800">
                <a:solidFill>
                  <a:schemeClr val="accent3"/>
                </a:solidFill>
              </a:defRPr>
            </a:lvl7pPr>
            <a:lvl8pPr lvl="7" rtl="0" algn="ctr">
              <a:spcBef>
                <a:spcPts val="0"/>
              </a:spcBef>
              <a:spcAft>
                <a:spcPts val="0"/>
              </a:spcAft>
              <a:buClr>
                <a:schemeClr val="accent3"/>
              </a:buClr>
              <a:buSzPts val="4800"/>
              <a:buNone/>
              <a:defRPr sz="4800">
                <a:solidFill>
                  <a:schemeClr val="accent3"/>
                </a:solidFill>
              </a:defRPr>
            </a:lvl8pPr>
            <a:lvl9pPr lvl="8" rtl="0" algn="ctr">
              <a:spcBef>
                <a:spcPts val="0"/>
              </a:spcBef>
              <a:spcAft>
                <a:spcPts val="0"/>
              </a:spcAft>
              <a:buClr>
                <a:schemeClr val="accent3"/>
              </a:buClr>
              <a:buSzPts val="4800"/>
              <a:buNone/>
              <a:defRPr sz="4800">
                <a:solidFill>
                  <a:schemeClr val="accent3"/>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_Statement highlight - yellow green">
  <p:cSld name="SECTION_HEADER_1_3_1_1_1">
    <p:spTree>
      <p:nvGrpSpPr>
        <p:cNvPr id="389" name="Shape 389"/>
        <p:cNvGrpSpPr/>
        <p:nvPr/>
      </p:nvGrpSpPr>
      <p:grpSpPr>
        <a:xfrm>
          <a:off x="0" y="0"/>
          <a:ext cx="0" cy="0"/>
          <a:chOff x="0" y="0"/>
          <a:chExt cx="0" cy="0"/>
        </a:xfrm>
      </p:grpSpPr>
      <p:sp>
        <p:nvSpPr>
          <p:cNvPr id="390" name="Google Shape;390;p50"/>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91" name="Google Shape;391;p50"/>
          <p:cNvSpPr txBox="1"/>
          <p:nvPr>
            <p:ph idx="1"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92" name="Google Shape;392;p50"/>
          <p:cNvSpPr txBox="1"/>
          <p:nvPr>
            <p:ph type="title"/>
          </p:nvPr>
        </p:nvSpPr>
        <p:spPr>
          <a:xfrm>
            <a:off x="1138575" y="1117500"/>
            <a:ext cx="6866700" cy="26037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4"/>
              </a:buClr>
              <a:buSzPts val="4800"/>
              <a:buNone/>
              <a:defRPr sz="4800">
                <a:solidFill>
                  <a:schemeClr val="accent4"/>
                </a:solidFill>
              </a:defRPr>
            </a:lvl1pPr>
            <a:lvl2pPr lvl="1" rtl="0" algn="ctr">
              <a:spcBef>
                <a:spcPts val="0"/>
              </a:spcBef>
              <a:spcAft>
                <a:spcPts val="0"/>
              </a:spcAft>
              <a:buClr>
                <a:schemeClr val="accent4"/>
              </a:buClr>
              <a:buSzPts val="4800"/>
              <a:buNone/>
              <a:defRPr sz="4800">
                <a:solidFill>
                  <a:schemeClr val="accent4"/>
                </a:solidFill>
              </a:defRPr>
            </a:lvl2pPr>
            <a:lvl3pPr lvl="2" rtl="0" algn="ctr">
              <a:spcBef>
                <a:spcPts val="0"/>
              </a:spcBef>
              <a:spcAft>
                <a:spcPts val="0"/>
              </a:spcAft>
              <a:buClr>
                <a:schemeClr val="accent4"/>
              </a:buClr>
              <a:buSzPts val="4800"/>
              <a:buNone/>
              <a:defRPr sz="4800">
                <a:solidFill>
                  <a:schemeClr val="accent4"/>
                </a:solidFill>
              </a:defRPr>
            </a:lvl3pPr>
            <a:lvl4pPr lvl="3" rtl="0" algn="ctr">
              <a:spcBef>
                <a:spcPts val="0"/>
              </a:spcBef>
              <a:spcAft>
                <a:spcPts val="0"/>
              </a:spcAft>
              <a:buClr>
                <a:schemeClr val="accent4"/>
              </a:buClr>
              <a:buSzPts val="4800"/>
              <a:buNone/>
              <a:defRPr sz="4800">
                <a:solidFill>
                  <a:schemeClr val="accent4"/>
                </a:solidFill>
              </a:defRPr>
            </a:lvl4pPr>
            <a:lvl5pPr lvl="4" rtl="0" algn="ctr">
              <a:spcBef>
                <a:spcPts val="0"/>
              </a:spcBef>
              <a:spcAft>
                <a:spcPts val="0"/>
              </a:spcAft>
              <a:buClr>
                <a:schemeClr val="accent4"/>
              </a:buClr>
              <a:buSzPts val="4800"/>
              <a:buNone/>
              <a:defRPr sz="4800">
                <a:solidFill>
                  <a:schemeClr val="accent4"/>
                </a:solidFill>
              </a:defRPr>
            </a:lvl5pPr>
            <a:lvl6pPr lvl="5" rtl="0" algn="ctr">
              <a:spcBef>
                <a:spcPts val="0"/>
              </a:spcBef>
              <a:spcAft>
                <a:spcPts val="0"/>
              </a:spcAft>
              <a:buClr>
                <a:schemeClr val="accent4"/>
              </a:buClr>
              <a:buSzPts val="4800"/>
              <a:buNone/>
              <a:defRPr sz="4800">
                <a:solidFill>
                  <a:schemeClr val="accent4"/>
                </a:solidFill>
              </a:defRPr>
            </a:lvl6pPr>
            <a:lvl7pPr lvl="6" rtl="0" algn="ctr">
              <a:spcBef>
                <a:spcPts val="0"/>
              </a:spcBef>
              <a:spcAft>
                <a:spcPts val="0"/>
              </a:spcAft>
              <a:buClr>
                <a:schemeClr val="accent4"/>
              </a:buClr>
              <a:buSzPts val="4800"/>
              <a:buNone/>
              <a:defRPr sz="4800">
                <a:solidFill>
                  <a:schemeClr val="accent4"/>
                </a:solidFill>
              </a:defRPr>
            </a:lvl7pPr>
            <a:lvl8pPr lvl="7" rtl="0" algn="ctr">
              <a:spcBef>
                <a:spcPts val="0"/>
              </a:spcBef>
              <a:spcAft>
                <a:spcPts val="0"/>
              </a:spcAft>
              <a:buClr>
                <a:schemeClr val="accent4"/>
              </a:buClr>
              <a:buSzPts val="4800"/>
              <a:buNone/>
              <a:defRPr sz="4800">
                <a:solidFill>
                  <a:schemeClr val="accent4"/>
                </a:solidFill>
              </a:defRPr>
            </a:lvl8pPr>
            <a:lvl9pPr lvl="8" rtl="0" algn="ctr">
              <a:spcBef>
                <a:spcPts val="0"/>
              </a:spcBef>
              <a:spcAft>
                <a:spcPts val="0"/>
              </a:spcAft>
              <a:buClr>
                <a:schemeClr val="accent4"/>
              </a:buClr>
              <a:buSzPts val="4800"/>
              <a:buNone/>
              <a:defRPr sz="4800">
                <a:solidFill>
                  <a:schemeClr val="accent4"/>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_Statement highlight - yellow">
  <p:cSld name="SECTION_HEADER_1_3_1_1_1_1">
    <p:spTree>
      <p:nvGrpSpPr>
        <p:cNvPr id="393" name="Shape 393"/>
        <p:cNvGrpSpPr/>
        <p:nvPr/>
      </p:nvGrpSpPr>
      <p:grpSpPr>
        <a:xfrm>
          <a:off x="0" y="0"/>
          <a:ext cx="0" cy="0"/>
          <a:chOff x="0" y="0"/>
          <a:chExt cx="0" cy="0"/>
        </a:xfrm>
      </p:grpSpPr>
      <p:sp>
        <p:nvSpPr>
          <p:cNvPr id="394" name="Google Shape;394;p51"/>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95" name="Google Shape;395;p51"/>
          <p:cNvSpPr txBox="1"/>
          <p:nvPr>
            <p:ph idx="1"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396" name="Google Shape;396;p51"/>
          <p:cNvSpPr txBox="1"/>
          <p:nvPr>
            <p:ph type="title"/>
          </p:nvPr>
        </p:nvSpPr>
        <p:spPr>
          <a:xfrm>
            <a:off x="1138575" y="1117500"/>
            <a:ext cx="6866700" cy="26037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5"/>
              </a:buClr>
              <a:buSzPts val="4800"/>
              <a:buNone/>
              <a:defRPr sz="4800">
                <a:solidFill>
                  <a:schemeClr val="accent5"/>
                </a:solidFill>
              </a:defRPr>
            </a:lvl1pPr>
            <a:lvl2pPr lvl="1" rtl="0" algn="ctr">
              <a:spcBef>
                <a:spcPts val="0"/>
              </a:spcBef>
              <a:spcAft>
                <a:spcPts val="0"/>
              </a:spcAft>
              <a:buClr>
                <a:schemeClr val="accent5"/>
              </a:buClr>
              <a:buSzPts val="4800"/>
              <a:buNone/>
              <a:defRPr sz="4800">
                <a:solidFill>
                  <a:schemeClr val="accent5"/>
                </a:solidFill>
              </a:defRPr>
            </a:lvl2pPr>
            <a:lvl3pPr lvl="2" rtl="0" algn="ctr">
              <a:spcBef>
                <a:spcPts val="0"/>
              </a:spcBef>
              <a:spcAft>
                <a:spcPts val="0"/>
              </a:spcAft>
              <a:buClr>
                <a:schemeClr val="accent5"/>
              </a:buClr>
              <a:buSzPts val="4800"/>
              <a:buNone/>
              <a:defRPr sz="4800">
                <a:solidFill>
                  <a:schemeClr val="accent5"/>
                </a:solidFill>
              </a:defRPr>
            </a:lvl3pPr>
            <a:lvl4pPr lvl="3" rtl="0" algn="ctr">
              <a:spcBef>
                <a:spcPts val="0"/>
              </a:spcBef>
              <a:spcAft>
                <a:spcPts val="0"/>
              </a:spcAft>
              <a:buClr>
                <a:schemeClr val="accent5"/>
              </a:buClr>
              <a:buSzPts val="4800"/>
              <a:buNone/>
              <a:defRPr sz="4800">
                <a:solidFill>
                  <a:schemeClr val="accent5"/>
                </a:solidFill>
              </a:defRPr>
            </a:lvl4pPr>
            <a:lvl5pPr lvl="4" rtl="0" algn="ctr">
              <a:spcBef>
                <a:spcPts val="0"/>
              </a:spcBef>
              <a:spcAft>
                <a:spcPts val="0"/>
              </a:spcAft>
              <a:buClr>
                <a:schemeClr val="accent5"/>
              </a:buClr>
              <a:buSzPts val="4800"/>
              <a:buNone/>
              <a:defRPr sz="4800">
                <a:solidFill>
                  <a:schemeClr val="accent5"/>
                </a:solidFill>
              </a:defRPr>
            </a:lvl5pPr>
            <a:lvl6pPr lvl="5" rtl="0" algn="ctr">
              <a:spcBef>
                <a:spcPts val="0"/>
              </a:spcBef>
              <a:spcAft>
                <a:spcPts val="0"/>
              </a:spcAft>
              <a:buClr>
                <a:schemeClr val="accent5"/>
              </a:buClr>
              <a:buSzPts val="4800"/>
              <a:buNone/>
              <a:defRPr sz="4800">
                <a:solidFill>
                  <a:schemeClr val="accent5"/>
                </a:solidFill>
              </a:defRPr>
            </a:lvl6pPr>
            <a:lvl7pPr lvl="6" rtl="0" algn="ctr">
              <a:spcBef>
                <a:spcPts val="0"/>
              </a:spcBef>
              <a:spcAft>
                <a:spcPts val="0"/>
              </a:spcAft>
              <a:buClr>
                <a:schemeClr val="accent5"/>
              </a:buClr>
              <a:buSzPts val="4800"/>
              <a:buNone/>
              <a:defRPr sz="4800">
                <a:solidFill>
                  <a:schemeClr val="accent5"/>
                </a:solidFill>
              </a:defRPr>
            </a:lvl7pPr>
            <a:lvl8pPr lvl="7" rtl="0" algn="ctr">
              <a:spcBef>
                <a:spcPts val="0"/>
              </a:spcBef>
              <a:spcAft>
                <a:spcPts val="0"/>
              </a:spcAft>
              <a:buClr>
                <a:schemeClr val="accent5"/>
              </a:buClr>
              <a:buSzPts val="4800"/>
              <a:buNone/>
              <a:defRPr sz="4800">
                <a:solidFill>
                  <a:schemeClr val="accent5"/>
                </a:solidFill>
              </a:defRPr>
            </a:lvl8pPr>
            <a:lvl9pPr lvl="8" rtl="0" algn="ctr">
              <a:spcBef>
                <a:spcPts val="0"/>
              </a:spcBef>
              <a:spcAft>
                <a:spcPts val="0"/>
              </a:spcAft>
              <a:buClr>
                <a:schemeClr val="accent5"/>
              </a:buClr>
              <a:buSzPts val="4800"/>
              <a:buNone/>
              <a:defRPr sz="4800">
                <a:solidFill>
                  <a:schemeClr val="accent5"/>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_1 definition">
  <p:cSld name="SECTION_HEADER_1_1_4">
    <p:spTree>
      <p:nvGrpSpPr>
        <p:cNvPr id="397" name="Shape 397"/>
        <p:cNvGrpSpPr/>
        <p:nvPr/>
      </p:nvGrpSpPr>
      <p:grpSpPr>
        <a:xfrm>
          <a:off x="0" y="0"/>
          <a:ext cx="0" cy="0"/>
          <a:chOff x="0" y="0"/>
          <a:chExt cx="0" cy="0"/>
        </a:xfrm>
      </p:grpSpPr>
      <p:sp>
        <p:nvSpPr>
          <p:cNvPr id="398" name="Google Shape;398;p52"/>
          <p:cNvSpPr/>
          <p:nvPr/>
        </p:nvSpPr>
        <p:spPr>
          <a:xfrm rot="10800000">
            <a:off x="-8400" y="-8425"/>
            <a:ext cx="9152400" cy="468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399" name="Google Shape;399;p52"/>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00" name="Google Shape;400;p52"/>
          <p:cNvSpPr txBox="1"/>
          <p:nvPr>
            <p:ph idx="1" type="subTitle"/>
          </p:nvPr>
        </p:nvSpPr>
        <p:spPr>
          <a:xfrm>
            <a:off x="431725" y="1797275"/>
            <a:ext cx="2996100" cy="1876200"/>
          </a:xfrm>
          <a:prstGeom prst="rect">
            <a:avLst/>
          </a:prstGeom>
          <a:solidFill>
            <a:schemeClr val="accent1"/>
          </a:solidFill>
        </p:spPr>
        <p:txBody>
          <a:bodyPr anchorCtr="0" anchor="ctr" bIns="182875" lIns="182875" spcFirstLastPara="1" rIns="182875" wrap="square" tIns="182875">
            <a:noAutofit/>
          </a:bodyPr>
          <a:lstStyle>
            <a:lvl1pPr lvl="0" rtl="0">
              <a:spcBef>
                <a:spcPts val="0"/>
              </a:spcBef>
              <a:spcAft>
                <a:spcPts val="0"/>
              </a:spcAft>
              <a:buClr>
                <a:schemeClr val="lt1"/>
              </a:buClr>
              <a:buSzPts val="1800"/>
              <a:buNone/>
              <a:defRPr b="1" sz="1800">
                <a:solidFill>
                  <a:schemeClr val="lt1"/>
                </a:solidFill>
              </a:defRPr>
            </a:lvl1pPr>
            <a:lvl2pPr lvl="1" rtl="0">
              <a:spcBef>
                <a:spcPts val="1000"/>
              </a:spcBef>
              <a:spcAft>
                <a:spcPts val="0"/>
              </a:spcAft>
              <a:buClr>
                <a:schemeClr val="lt1"/>
              </a:buClr>
              <a:buSzPts val="1800"/>
              <a:buNone/>
              <a:defRPr b="1" sz="1800">
                <a:solidFill>
                  <a:schemeClr val="lt1"/>
                </a:solidFill>
              </a:defRPr>
            </a:lvl2pPr>
            <a:lvl3pPr lvl="2" rtl="0">
              <a:spcBef>
                <a:spcPts val="1000"/>
              </a:spcBef>
              <a:spcAft>
                <a:spcPts val="0"/>
              </a:spcAft>
              <a:buClr>
                <a:schemeClr val="lt1"/>
              </a:buClr>
              <a:buSzPts val="1800"/>
              <a:buNone/>
              <a:defRPr b="1" sz="1800">
                <a:solidFill>
                  <a:schemeClr val="lt1"/>
                </a:solidFill>
              </a:defRPr>
            </a:lvl3pPr>
            <a:lvl4pPr lvl="3" rtl="0">
              <a:spcBef>
                <a:spcPts val="1000"/>
              </a:spcBef>
              <a:spcAft>
                <a:spcPts val="0"/>
              </a:spcAft>
              <a:buClr>
                <a:schemeClr val="lt1"/>
              </a:buClr>
              <a:buSzPts val="1800"/>
              <a:buNone/>
              <a:defRPr b="1" sz="1800">
                <a:solidFill>
                  <a:schemeClr val="lt1"/>
                </a:solidFill>
              </a:defRPr>
            </a:lvl4pPr>
            <a:lvl5pPr lvl="4" rtl="0">
              <a:spcBef>
                <a:spcPts val="1000"/>
              </a:spcBef>
              <a:spcAft>
                <a:spcPts val="0"/>
              </a:spcAft>
              <a:buClr>
                <a:schemeClr val="lt1"/>
              </a:buClr>
              <a:buSzPts val="1800"/>
              <a:buNone/>
              <a:defRPr b="1" sz="1800">
                <a:solidFill>
                  <a:schemeClr val="lt1"/>
                </a:solidFill>
              </a:defRPr>
            </a:lvl5pPr>
            <a:lvl6pPr lvl="5" rtl="0">
              <a:spcBef>
                <a:spcPts val="1000"/>
              </a:spcBef>
              <a:spcAft>
                <a:spcPts val="0"/>
              </a:spcAft>
              <a:buClr>
                <a:schemeClr val="lt1"/>
              </a:buClr>
              <a:buSzPts val="1800"/>
              <a:buNone/>
              <a:defRPr b="1" sz="1800">
                <a:solidFill>
                  <a:schemeClr val="lt1"/>
                </a:solidFill>
              </a:defRPr>
            </a:lvl6pPr>
            <a:lvl7pPr lvl="6" rtl="0">
              <a:spcBef>
                <a:spcPts val="1000"/>
              </a:spcBef>
              <a:spcAft>
                <a:spcPts val="0"/>
              </a:spcAft>
              <a:buClr>
                <a:schemeClr val="lt1"/>
              </a:buClr>
              <a:buSzPts val="1800"/>
              <a:buNone/>
              <a:defRPr b="1" sz="1800">
                <a:solidFill>
                  <a:schemeClr val="lt1"/>
                </a:solidFill>
              </a:defRPr>
            </a:lvl7pPr>
            <a:lvl8pPr lvl="7" rtl="0">
              <a:spcBef>
                <a:spcPts val="1000"/>
              </a:spcBef>
              <a:spcAft>
                <a:spcPts val="0"/>
              </a:spcAft>
              <a:buClr>
                <a:schemeClr val="lt1"/>
              </a:buClr>
              <a:buSzPts val="1800"/>
              <a:buNone/>
              <a:defRPr b="1" sz="1800">
                <a:solidFill>
                  <a:schemeClr val="lt1"/>
                </a:solidFill>
              </a:defRPr>
            </a:lvl8pPr>
            <a:lvl9pPr lvl="8" rtl="0">
              <a:spcBef>
                <a:spcPts val="1000"/>
              </a:spcBef>
              <a:spcAft>
                <a:spcPts val="1000"/>
              </a:spcAft>
              <a:buClr>
                <a:schemeClr val="lt1"/>
              </a:buClr>
              <a:buSzPts val="1800"/>
              <a:buNone/>
              <a:defRPr b="1" sz="1800">
                <a:solidFill>
                  <a:schemeClr val="lt1"/>
                </a:solidFill>
              </a:defRPr>
            </a:lvl9pPr>
          </a:lstStyle>
          <a:p/>
        </p:txBody>
      </p:sp>
      <p:sp>
        <p:nvSpPr>
          <p:cNvPr id="401" name="Google Shape;401;p52"/>
          <p:cNvSpPr txBox="1"/>
          <p:nvPr>
            <p:ph idx="2" type="body"/>
          </p:nvPr>
        </p:nvSpPr>
        <p:spPr>
          <a:xfrm>
            <a:off x="3427825" y="1797275"/>
            <a:ext cx="5284500" cy="1876200"/>
          </a:xfrm>
          <a:prstGeom prst="rect">
            <a:avLst/>
          </a:prstGeom>
          <a:solidFill>
            <a:schemeClr val="lt1"/>
          </a:solidFill>
        </p:spPr>
        <p:txBody>
          <a:bodyPr anchorCtr="0" anchor="ctr" bIns="182875" lIns="182875" spcFirstLastPara="1" rIns="182875" wrap="square" tIns="182875">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402" name="Google Shape;402;p52"/>
          <p:cNvSpPr txBox="1"/>
          <p:nvPr>
            <p:ph idx="3"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03" name="Google Shape;403;p52"/>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_2 definitions">
  <p:cSld name="SECTION_HEADER_1_1_3_2">
    <p:spTree>
      <p:nvGrpSpPr>
        <p:cNvPr id="404" name="Shape 404"/>
        <p:cNvGrpSpPr/>
        <p:nvPr/>
      </p:nvGrpSpPr>
      <p:grpSpPr>
        <a:xfrm>
          <a:off x="0" y="0"/>
          <a:ext cx="0" cy="0"/>
          <a:chOff x="0" y="0"/>
          <a:chExt cx="0" cy="0"/>
        </a:xfrm>
      </p:grpSpPr>
      <p:sp>
        <p:nvSpPr>
          <p:cNvPr id="405" name="Google Shape;405;p53"/>
          <p:cNvSpPr/>
          <p:nvPr/>
        </p:nvSpPr>
        <p:spPr>
          <a:xfrm rot="10800000">
            <a:off x="-8400" y="-8425"/>
            <a:ext cx="9152400" cy="468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406" name="Google Shape;406;p53"/>
          <p:cNvSpPr txBox="1"/>
          <p:nvPr>
            <p:ph idx="1" type="body"/>
          </p:nvPr>
        </p:nvSpPr>
        <p:spPr>
          <a:xfrm>
            <a:off x="3427825" y="1118350"/>
            <a:ext cx="5284500" cy="1552200"/>
          </a:xfrm>
          <a:prstGeom prst="rect">
            <a:avLst/>
          </a:prstGeom>
          <a:solidFill>
            <a:schemeClr val="lt1"/>
          </a:solidFill>
        </p:spPr>
        <p:txBody>
          <a:bodyPr anchorCtr="0" anchor="ctr" bIns="182875" lIns="182875" spcFirstLastPara="1" rIns="182875" wrap="square" tIns="182875">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407" name="Google Shape;407;p53"/>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08" name="Google Shape;408;p53"/>
          <p:cNvSpPr txBox="1"/>
          <p:nvPr>
            <p:ph idx="2" type="subTitle"/>
          </p:nvPr>
        </p:nvSpPr>
        <p:spPr>
          <a:xfrm>
            <a:off x="431725" y="1118338"/>
            <a:ext cx="2996100" cy="1552200"/>
          </a:xfrm>
          <a:prstGeom prst="rect">
            <a:avLst/>
          </a:prstGeom>
          <a:solidFill>
            <a:schemeClr val="accent1"/>
          </a:solidFill>
        </p:spPr>
        <p:txBody>
          <a:bodyPr anchorCtr="0" anchor="ctr" bIns="182875" lIns="182875" spcFirstLastPara="1" rIns="182875" wrap="square" tIns="182875">
            <a:noAutofit/>
          </a:bodyPr>
          <a:lstStyle>
            <a:lvl1pPr lvl="0" rtl="0">
              <a:spcBef>
                <a:spcPts val="0"/>
              </a:spcBef>
              <a:spcAft>
                <a:spcPts val="0"/>
              </a:spcAft>
              <a:buClr>
                <a:schemeClr val="lt1"/>
              </a:buClr>
              <a:buSzPts val="1800"/>
              <a:buNone/>
              <a:defRPr b="1" sz="1800">
                <a:solidFill>
                  <a:schemeClr val="lt1"/>
                </a:solidFill>
              </a:defRPr>
            </a:lvl1pPr>
            <a:lvl2pPr lvl="1" rtl="0">
              <a:spcBef>
                <a:spcPts val="1000"/>
              </a:spcBef>
              <a:spcAft>
                <a:spcPts val="0"/>
              </a:spcAft>
              <a:buClr>
                <a:schemeClr val="lt1"/>
              </a:buClr>
              <a:buSzPts val="1800"/>
              <a:buNone/>
              <a:defRPr b="1" sz="1800">
                <a:solidFill>
                  <a:schemeClr val="lt1"/>
                </a:solidFill>
              </a:defRPr>
            </a:lvl2pPr>
            <a:lvl3pPr lvl="2" rtl="0">
              <a:spcBef>
                <a:spcPts val="1000"/>
              </a:spcBef>
              <a:spcAft>
                <a:spcPts val="0"/>
              </a:spcAft>
              <a:buClr>
                <a:schemeClr val="lt1"/>
              </a:buClr>
              <a:buSzPts val="1800"/>
              <a:buNone/>
              <a:defRPr b="1" sz="1800">
                <a:solidFill>
                  <a:schemeClr val="lt1"/>
                </a:solidFill>
              </a:defRPr>
            </a:lvl3pPr>
            <a:lvl4pPr lvl="3" rtl="0">
              <a:spcBef>
                <a:spcPts val="1000"/>
              </a:spcBef>
              <a:spcAft>
                <a:spcPts val="0"/>
              </a:spcAft>
              <a:buClr>
                <a:schemeClr val="lt1"/>
              </a:buClr>
              <a:buSzPts val="1800"/>
              <a:buNone/>
              <a:defRPr b="1" sz="1800">
                <a:solidFill>
                  <a:schemeClr val="lt1"/>
                </a:solidFill>
              </a:defRPr>
            </a:lvl4pPr>
            <a:lvl5pPr lvl="4" rtl="0">
              <a:spcBef>
                <a:spcPts val="1000"/>
              </a:spcBef>
              <a:spcAft>
                <a:spcPts val="0"/>
              </a:spcAft>
              <a:buClr>
                <a:schemeClr val="lt1"/>
              </a:buClr>
              <a:buSzPts val="1800"/>
              <a:buNone/>
              <a:defRPr b="1" sz="1800">
                <a:solidFill>
                  <a:schemeClr val="lt1"/>
                </a:solidFill>
              </a:defRPr>
            </a:lvl5pPr>
            <a:lvl6pPr lvl="5" rtl="0">
              <a:spcBef>
                <a:spcPts val="1000"/>
              </a:spcBef>
              <a:spcAft>
                <a:spcPts val="0"/>
              </a:spcAft>
              <a:buClr>
                <a:schemeClr val="lt1"/>
              </a:buClr>
              <a:buSzPts val="1800"/>
              <a:buNone/>
              <a:defRPr b="1" sz="1800">
                <a:solidFill>
                  <a:schemeClr val="lt1"/>
                </a:solidFill>
              </a:defRPr>
            </a:lvl6pPr>
            <a:lvl7pPr lvl="6" rtl="0">
              <a:spcBef>
                <a:spcPts val="1000"/>
              </a:spcBef>
              <a:spcAft>
                <a:spcPts val="0"/>
              </a:spcAft>
              <a:buClr>
                <a:schemeClr val="lt1"/>
              </a:buClr>
              <a:buSzPts val="1800"/>
              <a:buNone/>
              <a:defRPr b="1" sz="1800">
                <a:solidFill>
                  <a:schemeClr val="lt1"/>
                </a:solidFill>
              </a:defRPr>
            </a:lvl7pPr>
            <a:lvl8pPr lvl="7" rtl="0">
              <a:spcBef>
                <a:spcPts val="1000"/>
              </a:spcBef>
              <a:spcAft>
                <a:spcPts val="0"/>
              </a:spcAft>
              <a:buClr>
                <a:schemeClr val="lt1"/>
              </a:buClr>
              <a:buSzPts val="1800"/>
              <a:buNone/>
              <a:defRPr b="1" sz="1800">
                <a:solidFill>
                  <a:schemeClr val="lt1"/>
                </a:solidFill>
              </a:defRPr>
            </a:lvl8pPr>
            <a:lvl9pPr lvl="8" rtl="0">
              <a:spcBef>
                <a:spcPts val="1000"/>
              </a:spcBef>
              <a:spcAft>
                <a:spcPts val="1000"/>
              </a:spcAft>
              <a:buClr>
                <a:schemeClr val="lt1"/>
              </a:buClr>
              <a:buSzPts val="1800"/>
              <a:buNone/>
              <a:defRPr b="1" sz="1800">
                <a:solidFill>
                  <a:schemeClr val="lt1"/>
                </a:solidFill>
              </a:defRPr>
            </a:lvl9pPr>
          </a:lstStyle>
          <a:p/>
        </p:txBody>
      </p:sp>
      <p:sp>
        <p:nvSpPr>
          <p:cNvPr id="409" name="Google Shape;409;p53"/>
          <p:cNvSpPr txBox="1"/>
          <p:nvPr>
            <p:ph idx="3" type="subTitle"/>
          </p:nvPr>
        </p:nvSpPr>
        <p:spPr>
          <a:xfrm>
            <a:off x="431725" y="2890790"/>
            <a:ext cx="2996100" cy="1552200"/>
          </a:xfrm>
          <a:prstGeom prst="rect">
            <a:avLst/>
          </a:prstGeom>
          <a:solidFill>
            <a:schemeClr val="accent2"/>
          </a:solidFill>
        </p:spPr>
        <p:txBody>
          <a:bodyPr anchorCtr="0" anchor="ctr" bIns="182875" lIns="182875" spcFirstLastPara="1" rIns="182875" wrap="square" tIns="182875">
            <a:noAutofit/>
          </a:bodyPr>
          <a:lstStyle>
            <a:lvl1pPr lvl="0" rtl="0">
              <a:spcBef>
                <a:spcPts val="0"/>
              </a:spcBef>
              <a:spcAft>
                <a:spcPts val="0"/>
              </a:spcAft>
              <a:buClr>
                <a:schemeClr val="lt1"/>
              </a:buClr>
              <a:buSzPts val="1800"/>
              <a:buNone/>
              <a:defRPr b="1" sz="1800">
                <a:solidFill>
                  <a:schemeClr val="lt1"/>
                </a:solidFill>
              </a:defRPr>
            </a:lvl1pPr>
            <a:lvl2pPr lvl="1" rtl="0">
              <a:spcBef>
                <a:spcPts val="1000"/>
              </a:spcBef>
              <a:spcAft>
                <a:spcPts val="0"/>
              </a:spcAft>
              <a:buClr>
                <a:schemeClr val="lt1"/>
              </a:buClr>
              <a:buSzPts val="1800"/>
              <a:buNone/>
              <a:defRPr b="1" sz="1800">
                <a:solidFill>
                  <a:schemeClr val="lt1"/>
                </a:solidFill>
              </a:defRPr>
            </a:lvl2pPr>
            <a:lvl3pPr lvl="2" rtl="0">
              <a:spcBef>
                <a:spcPts val="1000"/>
              </a:spcBef>
              <a:spcAft>
                <a:spcPts val="0"/>
              </a:spcAft>
              <a:buClr>
                <a:schemeClr val="lt1"/>
              </a:buClr>
              <a:buSzPts val="1800"/>
              <a:buNone/>
              <a:defRPr b="1" sz="1800">
                <a:solidFill>
                  <a:schemeClr val="lt1"/>
                </a:solidFill>
              </a:defRPr>
            </a:lvl3pPr>
            <a:lvl4pPr lvl="3" rtl="0">
              <a:spcBef>
                <a:spcPts val="1000"/>
              </a:spcBef>
              <a:spcAft>
                <a:spcPts val="0"/>
              </a:spcAft>
              <a:buClr>
                <a:schemeClr val="lt1"/>
              </a:buClr>
              <a:buSzPts val="1800"/>
              <a:buNone/>
              <a:defRPr b="1" sz="1800">
                <a:solidFill>
                  <a:schemeClr val="lt1"/>
                </a:solidFill>
              </a:defRPr>
            </a:lvl4pPr>
            <a:lvl5pPr lvl="4" rtl="0">
              <a:spcBef>
                <a:spcPts val="1000"/>
              </a:spcBef>
              <a:spcAft>
                <a:spcPts val="0"/>
              </a:spcAft>
              <a:buClr>
                <a:schemeClr val="lt1"/>
              </a:buClr>
              <a:buSzPts val="1800"/>
              <a:buNone/>
              <a:defRPr b="1" sz="1800">
                <a:solidFill>
                  <a:schemeClr val="lt1"/>
                </a:solidFill>
              </a:defRPr>
            </a:lvl5pPr>
            <a:lvl6pPr lvl="5" rtl="0">
              <a:spcBef>
                <a:spcPts val="1000"/>
              </a:spcBef>
              <a:spcAft>
                <a:spcPts val="0"/>
              </a:spcAft>
              <a:buClr>
                <a:schemeClr val="lt1"/>
              </a:buClr>
              <a:buSzPts val="1800"/>
              <a:buNone/>
              <a:defRPr b="1" sz="1800">
                <a:solidFill>
                  <a:schemeClr val="lt1"/>
                </a:solidFill>
              </a:defRPr>
            </a:lvl6pPr>
            <a:lvl7pPr lvl="6" rtl="0">
              <a:spcBef>
                <a:spcPts val="1000"/>
              </a:spcBef>
              <a:spcAft>
                <a:spcPts val="0"/>
              </a:spcAft>
              <a:buClr>
                <a:schemeClr val="lt1"/>
              </a:buClr>
              <a:buSzPts val="1800"/>
              <a:buNone/>
              <a:defRPr b="1" sz="1800">
                <a:solidFill>
                  <a:schemeClr val="lt1"/>
                </a:solidFill>
              </a:defRPr>
            </a:lvl7pPr>
            <a:lvl8pPr lvl="7" rtl="0">
              <a:spcBef>
                <a:spcPts val="1000"/>
              </a:spcBef>
              <a:spcAft>
                <a:spcPts val="0"/>
              </a:spcAft>
              <a:buClr>
                <a:schemeClr val="lt1"/>
              </a:buClr>
              <a:buSzPts val="1800"/>
              <a:buNone/>
              <a:defRPr b="1" sz="1800">
                <a:solidFill>
                  <a:schemeClr val="lt1"/>
                </a:solidFill>
              </a:defRPr>
            </a:lvl8pPr>
            <a:lvl9pPr lvl="8" rtl="0">
              <a:spcBef>
                <a:spcPts val="1000"/>
              </a:spcBef>
              <a:spcAft>
                <a:spcPts val="1000"/>
              </a:spcAft>
              <a:buClr>
                <a:schemeClr val="lt1"/>
              </a:buClr>
              <a:buSzPts val="1800"/>
              <a:buNone/>
              <a:defRPr b="1" sz="1800">
                <a:solidFill>
                  <a:schemeClr val="lt1"/>
                </a:solidFill>
              </a:defRPr>
            </a:lvl9pPr>
          </a:lstStyle>
          <a:p/>
        </p:txBody>
      </p:sp>
      <p:sp>
        <p:nvSpPr>
          <p:cNvPr id="410" name="Google Shape;410;p53"/>
          <p:cNvSpPr txBox="1"/>
          <p:nvPr>
            <p:ph idx="4" type="body"/>
          </p:nvPr>
        </p:nvSpPr>
        <p:spPr>
          <a:xfrm>
            <a:off x="3427825" y="2890800"/>
            <a:ext cx="5284500" cy="1552200"/>
          </a:xfrm>
          <a:prstGeom prst="rect">
            <a:avLst/>
          </a:prstGeom>
          <a:solidFill>
            <a:schemeClr val="lt1"/>
          </a:solidFill>
        </p:spPr>
        <p:txBody>
          <a:bodyPr anchorCtr="0" anchor="ctr" bIns="182875" lIns="182875" spcFirstLastPara="1" rIns="182875" wrap="square" tIns="182875">
            <a:noAutofit/>
          </a:bodyPr>
          <a:lstStyle>
            <a:lvl1pPr indent="-317500" lvl="0" marL="457200" rtl="0">
              <a:spcBef>
                <a:spcPts val="0"/>
              </a:spcBef>
              <a:spcAft>
                <a:spcPts val="0"/>
              </a:spcAft>
              <a:buClr>
                <a:schemeClr val="accent2"/>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2"/>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2"/>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411" name="Google Shape;411;p53"/>
          <p:cNvSpPr txBox="1"/>
          <p:nvPr>
            <p:ph idx="5"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12" name="Google Shape;412;p53"/>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_3 definitions">
  <p:cSld name="SECTION_HEADER_1_1_3_1_1">
    <p:spTree>
      <p:nvGrpSpPr>
        <p:cNvPr id="413" name="Shape 413"/>
        <p:cNvGrpSpPr/>
        <p:nvPr/>
      </p:nvGrpSpPr>
      <p:grpSpPr>
        <a:xfrm>
          <a:off x="0" y="0"/>
          <a:ext cx="0" cy="0"/>
          <a:chOff x="0" y="0"/>
          <a:chExt cx="0" cy="0"/>
        </a:xfrm>
      </p:grpSpPr>
      <p:sp>
        <p:nvSpPr>
          <p:cNvPr id="414" name="Google Shape;414;p54"/>
          <p:cNvSpPr/>
          <p:nvPr/>
        </p:nvSpPr>
        <p:spPr>
          <a:xfrm rot="10800000">
            <a:off x="-8400" y="-8425"/>
            <a:ext cx="9152400" cy="468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415" name="Google Shape;415;p54"/>
          <p:cNvSpPr txBox="1"/>
          <p:nvPr>
            <p:ph idx="1" type="body"/>
          </p:nvPr>
        </p:nvSpPr>
        <p:spPr>
          <a:xfrm>
            <a:off x="5507425" y="343475"/>
            <a:ext cx="3204900" cy="1263900"/>
          </a:xfrm>
          <a:prstGeom prst="rect">
            <a:avLst/>
          </a:prstGeom>
          <a:solidFill>
            <a:schemeClr val="lt1"/>
          </a:solidFill>
        </p:spPr>
        <p:txBody>
          <a:bodyPr anchorCtr="0" anchor="ctr" bIns="182875" lIns="182875" spcFirstLastPara="1" rIns="182875" wrap="square" tIns="182875">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416" name="Google Shape;416;p54"/>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17" name="Google Shape;417;p54"/>
          <p:cNvSpPr txBox="1"/>
          <p:nvPr>
            <p:ph idx="2" type="subTitle"/>
          </p:nvPr>
        </p:nvSpPr>
        <p:spPr>
          <a:xfrm>
            <a:off x="3690300" y="343475"/>
            <a:ext cx="1817100" cy="1263900"/>
          </a:xfrm>
          <a:prstGeom prst="rect">
            <a:avLst/>
          </a:prstGeom>
          <a:solidFill>
            <a:schemeClr val="accent1"/>
          </a:solidFill>
        </p:spPr>
        <p:txBody>
          <a:bodyPr anchorCtr="0" anchor="ctr" bIns="182875" lIns="182875" spcFirstLastPara="1" rIns="182875" wrap="square" tIns="182875">
            <a:noAutofit/>
          </a:bodyPr>
          <a:lstStyle>
            <a:lvl1pPr lvl="0" rtl="0">
              <a:spcBef>
                <a:spcPts val="0"/>
              </a:spcBef>
              <a:spcAft>
                <a:spcPts val="0"/>
              </a:spcAft>
              <a:buClr>
                <a:schemeClr val="lt1"/>
              </a:buClr>
              <a:buSzPts val="1600"/>
              <a:buNone/>
              <a:defRPr b="1">
                <a:solidFill>
                  <a:schemeClr val="lt1"/>
                </a:solidFill>
              </a:defRPr>
            </a:lvl1pPr>
            <a:lvl2pPr lvl="1" rtl="0">
              <a:spcBef>
                <a:spcPts val="1000"/>
              </a:spcBef>
              <a:spcAft>
                <a:spcPts val="0"/>
              </a:spcAft>
              <a:buClr>
                <a:schemeClr val="lt1"/>
              </a:buClr>
              <a:buSzPts val="1600"/>
              <a:buNone/>
              <a:defRPr b="1">
                <a:solidFill>
                  <a:schemeClr val="lt1"/>
                </a:solidFill>
              </a:defRPr>
            </a:lvl2pPr>
            <a:lvl3pPr lvl="2" rtl="0">
              <a:spcBef>
                <a:spcPts val="1000"/>
              </a:spcBef>
              <a:spcAft>
                <a:spcPts val="0"/>
              </a:spcAft>
              <a:buClr>
                <a:schemeClr val="lt1"/>
              </a:buClr>
              <a:buSzPts val="1600"/>
              <a:buNone/>
              <a:defRPr b="1">
                <a:solidFill>
                  <a:schemeClr val="lt1"/>
                </a:solidFill>
              </a:defRPr>
            </a:lvl3pPr>
            <a:lvl4pPr lvl="3" rtl="0">
              <a:spcBef>
                <a:spcPts val="1000"/>
              </a:spcBef>
              <a:spcAft>
                <a:spcPts val="0"/>
              </a:spcAft>
              <a:buClr>
                <a:schemeClr val="lt1"/>
              </a:buClr>
              <a:buSzPts val="1600"/>
              <a:buNone/>
              <a:defRPr b="1">
                <a:solidFill>
                  <a:schemeClr val="lt1"/>
                </a:solidFill>
              </a:defRPr>
            </a:lvl4pPr>
            <a:lvl5pPr lvl="4" rtl="0">
              <a:spcBef>
                <a:spcPts val="1000"/>
              </a:spcBef>
              <a:spcAft>
                <a:spcPts val="0"/>
              </a:spcAft>
              <a:buClr>
                <a:schemeClr val="lt1"/>
              </a:buClr>
              <a:buSzPts val="1600"/>
              <a:buNone/>
              <a:defRPr b="1">
                <a:solidFill>
                  <a:schemeClr val="lt1"/>
                </a:solidFill>
              </a:defRPr>
            </a:lvl5pPr>
            <a:lvl6pPr lvl="5" rtl="0">
              <a:spcBef>
                <a:spcPts val="1000"/>
              </a:spcBef>
              <a:spcAft>
                <a:spcPts val="0"/>
              </a:spcAft>
              <a:buClr>
                <a:schemeClr val="lt1"/>
              </a:buClr>
              <a:buSzPts val="1600"/>
              <a:buNone/>
              <a:defRPr b="1">
                <a:solidFill>
                  <a:schemeClr val="lt1"/>
                </a:solidFill>
              </a:defRPr>
            </a:lvl6pPr>
            <a:lvl7pPr lvl="6" rtl="0">
              <a:spcBef>
                <a:spcPts val="1000"/>
              </a:spcBef>
              <a:spcAft>
                <a:spcPts val="0"/>
              </a:spcAft>
              <a:buClr>
                <a:schemeClr val="lt1"/>
              </a:buClr>
              <a:buSzPts val="1600"/>
              <a:buNone/>
              <a:defRPr b="1">
                <a:solidFill>
                  <a:schemeClr val="lt1"/>
                </a:solidFill>
              </a:defRPr>
            </a:lvl7pPr>
            <a:lvl8pPr lvl="7" rtl="0">
              <a:spcBef>
                <a:spcPts val="1000"/>
              </a:spcBef>
              <a:spcAft>
                <a:spcPts val="0"/>
              </a:spcAft>
              <a:buClr>
                <a:schemeClr val="lt1"/>
              </a:buClr>
              <a:buSzPts val="1600"/>
              <a:buNone/>
              <a:defRPr b="1">
                <a:solidFill>
                  <a:schemeClr val="lt1"/>
                </a:solidFill>
              </a:defRPr>
            </a:lvl8pPr>
            <a:lvl9pPr lvl="8" rtl="0">
              <a:spcBef>
                <a:spcPts val="1000"/>
              </a:spcBef>
              <a:spcAft>
                <a:spcPts val="1000"/>
              </a:spcAft>
              <a:buClr>
                <a:schemeClr val="lt1"/>
              </a:buClr>
              <a:buSzPts val="1600"/>
              <a:buNone/>
              <a:defRPr b="1">
                <a:solidFill>
                  <a:schemeClr val="lt1"/>
                </a:solidFill>
              </a:defRPr>
            </a:lvl9pPr>
          </a:lstStyle>
          <a:p/>
        </p:txBody>
      </p:sp>
      <p:sp>
        <p:nvSpPr>
          <p:cNvPr id="418" name="Google Shape;418;p54"/>
          <p:cNvSpPr txBox="1"/>
          <p:nvPr>
            <p:ph idx="3" type="subTitle"/>
          </p:nvPr>
        </p:nvSpPr>
        <p:spPr>
          <a:xfrm>
            <a:off x="3690300" y="1748786"/>
            <a:ext cx="1817100" cy="1263900"/>
          </a:xfrm>
          <a:prstGeom prst="rect">
            <a:avLst/>
          </a:prstGeom>
          <a:solidFill>
            <a:schemeClr val="accent2"/>
          </a:solidFill>
        </p:spPr>
        <p:txBody>
          <a:bodyPr anchorCtr="0" anchor="ctr" bIns="182875" lIns="182875" spcFirstLastPara="1" rIns="182875" wrap="square" tIns="182875">
            <a:noAutofit/>
          </a:bodyPr>
          <a:lstStyle>
            <a:lvl1pPr lvl="0" rtl="0">
              <a:spcBef>
                <a:spcPts val="0"/>
              </a:spcBef>
              <a:spcAft>
                <a:spcPts val="0"/>
              </a:spcAft>
              <a:buClr>
                <a:schemeClr val="lt1"/>
              </a:buClr>
              <a:buSzPts val="1600"/>
              <a:buNone/>
              <a:defRPr b="1">
                <a:solidFill>
                  <a:schemeClr val="lt1"/>
                </a:solidFill>
              </a:defRPr>
            </a:lvl1pPr>
            <a:lvl2pPr lvl="1" rtl="0">
              <a:spcBef>
                <a:spcPts val="1000"/>
              </a:spcBef>
              <a:spcAft>
                <a:spcPts val="0"/>
              </a:spcAft>
              <a:buClr>
                <a:schemeClr val="lt1"/>
              </a:buClr>
              <a:buSzPts val="1600"/>
              <a:buNone/>
              <a:defRPr b="1">
                <a:solidFill>
                  <a:schemeClr val="lt1"/>
                </a:solidFill>
              </a:defRPr>
            </a:lvl2pPr>
            <a:lvl3pPr lvl="2" rtl="0">
              <a:spcBef>
                <a:spcPts val="1000"/>
              </a:spcBef>
              <a:spcAft>
                <a:spcPts val="0"/>
              </a:spcAft>
              <a:buClr>
                <a:schemeClr val="lt1"/>
              </a:buClr>
              <a:buSzPts val="1600"/>
              <a:buNone/>
              <a:defRPr b="1">
                <a:solidFill>
                  <a:schemeClr val="lt1"/>
                </a:solidFill>
              </a:defRPr>
            </a:lvl3pPr>
            <a:lvl4pPr lvl="3" rtl="0">
              <a:spcBef>
                <a:spcPts val="1000"/>
              </a:spcBef>
              <a:spcAft>
                <a:spcPts val="0"/>
              </a:spcAft>
              <a:buClr>
                <a:schemeClr val="lt1"/>
              </a:buClr>
              <a:buSzPts val="1600"/>
              <a:buNone/>
              <a:defRPr b="1">
                <a:solidFill>
                  <a:schemeClr val="lt1"/>
                </a:solidFill>
              </a:defRPr>
            </a:lvl4pPr>
            <a:lvl5pPr lvl="4" rtl="0">
              <a:spcBef>
                <a:spcPts val="1000"/>
              </a:spcBef>
              <a:spcAft>
                <a:spcPts val="0"/>
              </a:spcAft>
              <a:buClr>
                <a:schemeClr val="lt1"/>
              </a:buClr>
              <a:buSzPts val="1600"/>
              <a:buNone/>
              <a:defRPr b="1">
                <a:solidFill>
                  <a:schemeClr val="lt1"/>
                </a:solidFill>
              </a:defRPr>
            </a:lvl5pPr>
            <a:lvl6pPr lvl="5" rtl="0">
              <a:spcBef>
                <a:spcPts val="1000"/>
              </a:spcBef>
              <a:spcAft>
                <a:spcPts val="0"/>
              </a:spcAft>
              <a:buClr>
                <a:schemeClr val="lt1"/>
              </a:buClr>
              <a:buSzPts val="1600"/>
              <a:buNone/>
              <a:defRPr b="1">
                <a:solidFill>
                  <a:schemeClr val="lt1"/>
                </a:solidFill>
              </a:defRPr>
            </a:lvl6pPr>
            <a:lvl7pPr lvl="6" rtl="0">
              <a:spcBef>
                <a:spcPts val="1000"/>
              </a:spcBef>
              <a:spcAft>
                <a:spcPts val="0"/>
              </a:spcAft>
              <a:buClr>
                <a:schemeClr val="lt1"/>
              </a:buClr>
              <a:buSzPts val="1600"/>
              <a:buNone/>
              <a:defRPr b="1">
                <a:solidFill>
                  <a:schemeClr val="lt1"/>
                </a:solidFill>
              </a:defRPr>
            </a:lvl7pPr>
            <a:lvl8pPr lvl="7" rtl="0">
              <a:spcBef>
                <a:spcPts val="1000"/>
              </a:spcBef>
              <a:spcAft>
                <a:spcPts val="0"/>
              </a:spcAft>
              <a:buClr>
                <a:schemeClr val="lt1"/>
              </a:buClr>
              <a:buSzPts val="1600"/>
              <a:buNone/>
              <a:defRPr b="1">
                <a:solidFill>
                  <a:schemeClr val="lt1"/>
                </a:solidFill>
              </a:defRPr>
            </a:lvl8pPr>
            <a:lvl9pPr lvl="8" rtl="0">
              <a:spcBef>
                <a:spcPts val="1000"/>
              </a:spcBef>
              <a:spcAft>
                <a:spcPts val="1000"/>
              </a:spcAft>
              <a:buClr>
                <a:schemeClr val="lt1"/>
              </a:buClr>
              <a:buSzPts val="1600"/>
              <a:buNone/>
              <a:defRPr b="1">
                <a:solidFill>
                  <a:schemeClr val="lt1"/>
                </a:solidFill>
              </a:defRPr>
            </a:lvl9pPr>
          </a:lstStyle>
          <a:p/>
        </p:txBody>
      </p:sp>
      <p:sp>
        <p:nvSpPr>
          <p:cNvPr id="419" name="Google Shape;419;p54"/>
          <p:cNvSpPr txBox="1"/>
          <p:nvPr>
            <p:ph idx="4" type="subTitle"/>
          </p:nvPr>
        </p:nvSpPr>
        <p:spPr>
          <a:xfrm>
            <a:off x="431725" y="2726875"/>
            <a:ext cx="2826600" cy="8310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420" name="Google Shape;420;p54"/>
          <p:cNvSpPr txBox="1"/>
          <p:nvPr>
            <p:ph idx="5" type="subTitle"/>
          </p:nvPr>
        </p:nvSpPr>
        <p:spPr>
          <a:xfrm>
            <a:off x="3690300" y="3154097"/>
            <a:ext cx="1817100" cy="1263900"/>
          </a:xfrm>
          <a:prstGeom prst="rect">
            <a:avLst/>
          </a:prstGeom>
          <a:solidFill>
            <a:schemeClr val="accent3"/>
          </a:solidFill>
        </p:spPr>
        <p:txBody>
          <a:bodyPr anchorCtr="0" anchor="ctr" bIns="182875" lIns="182875" spcFirstLastPara="1" rIns="182875" wrap="square" tIns="182875">
            <a:noAutofit/>
          </a:bodyPr>
          <a:lstStyle>
            <a:lvl1pPr lvl="0" rtl="0">
              <a:spcBef>
                <a:spcPts val="0"/>
              </a:spcBef>
              <a:spcAft>
                <a:spcPts val="0"/>
              </a:spcAft>
              <a:buClr>
                <a:schemeClr val="lt1"/>
              </a:buClr>
              <a:buSzPts val="1600"/>
              <a:buNone/>
              <a:defRPr b="1">
                <a:solidFill>
                  <a:schemeClr val="lt1"/>
                </a:solidFill>
              </a:defRPr>
            </a:lvl1pPr>
            <a:lvl2pPr lvl="1" rtl="0">
              <a:spcBef>
                <a:spcPts val="1000"/>
              </a:spcBef>
              <a:spcAft>
                <a:spcPts val="0"/>
              </a:spcAft>
              <a:buClr>
                <a:schemeClr val="lt1"/>
              </a:buClr>
              <a:buSzPts val="1600"/>
              <a:buNone/>
              <a:defRPr b="1">
                <a:solidFill>
                  <a:schemeClr val="lt1"/>
                </a:solidFill>
              </a:defRPr>
            </a:lvl2pPr>
            <a:lvl3pPr lvl="2" rtl="0">
              <a:spcBef>
                <a:spcPts val="1000"/>
              </a:spcBef>
              <a:spcAft>
                <a:spcPts val="0"/>
              </a:spcAft>
              <a:buClr>
                <a:schemeClr val="lt1"/>
              </a:buClr>
              <a:buSzPts val="1600"/>
              <a:buNone/>
              <a:defRPr b="1">
                <a:solidFill>
                  <a:schemeClr val="lt1"/>
                </a:solidFill>
              </a:defRPr>
            </a:lvl3pPr>
            <a:lvl4pPr lvl="3" rtl="0">
              <a:spcBef>
                <a:spcPts val="1000"/>
              </a:spcBef>
              <a:spcAft>
                <a:spcPts val="0"/>
              </a:spcAft>
              <a:buClr>
                <a:schemeClr val="lt1"/>
              </a:buClr>
              <a:buSzPts val="1600"/>
              <a:buNone/>
              <a:defRPr b="1">
                <a:solidFill>
                  <a:schemeClr val="lt1"/>
                </a:solidFill>
              </a:defRPr>
            </a:lvl4pPr>
            <a:lvl5pPr lvl="4" rtl="0">
              <a:spcBef>
                <a:spcPts val="1000"/>
              </a:spcBef>
              <a:spcAft>
                <a:spcPts val="0"/>
              </a:spcAft>
              <a:buClr>
                <a:schemeClr val="lt1"/>
              </a:buClr>
              <a:buSzPts val="1600"/>
              <a:buNone/>
              <a:defRPr b="1">
                <a:solidFill>
                  <a:schemeClr val="lt1"/>
                </a:solidFill>
              </a:defRPr>
            </a:lvl5pPr>
            <a:lvl6pPr lvl="5" rtl="0">
              <a:spcBef>
                <a:spcPts val="1000"/>
              </a:spcBef>
              <a:spcAft>
                <a:spcPts val="0"/>
              </a:spcAft>
              <a:buClr>
                <a:schemeClr val="lt1"/>
              </a:buClr>
              <a:buSzPts val="1600"/>
              <a:buNone/>
              <a:defRPr b="1">
                <a:solidFill>
                  <a:schemeClr val="lt1"/>
                </a:solidFill>
              </a:defRPr>
            </a:lvl6pPr>
            <a:lvl7pPr lvl="6" rtl="0">
              <a:spcBef>
                <a:spcPts val="1000"/>
              </a:spcBef>
              <a:spcAft>
                <a:spcPts val="0"/>
              </a:spcAft>
              <a:buClr>
                <a:schemeClr val="lt1"/>
              </a:buClr>
              <a:buSzPts val="1600"/>
              <a:buNone/>
              <a:defRPr b="1">
                <a:solidFill>
                  <a:schemeClr val="lt1"/>
                </a:solidFill>
              </a:defRPr>
            </a:lvl7pPr>
            <a:lvl8pPr lvl="7" rtl="0">
              <a:spcBef>
                <a:spcPts val="1000"/>
              </a:spcBef>
              <a:spcAft>
                <a:spcPts val="0"/>
              </a:spcAft>
              <a:buClr>
                <a:schemeClr val="lt1"/>
              </a:buClr>
              <a:buSzPts val="1600"/>
              <a:buNone/>
              <a:defRPr b="1">
                <a:solidFill>
                  <a:schemeClr val="lt1"/>
                </a:solidFill>
              </a:defRPr>
            </a:lvl8pPr>
            <a:lvl9pPr lvl="8" rtl="0">
              <a:spcBef>
                <a:spcPts val="1000"/>
              </a:spcBef>
              <a:spcAft>
                <a:spcPts val="1000"/>
              </a:spcAft>
              <a:buClr>
                <a:schemeClr val="lt1"/>
              </a:buClr>
              <a:buSzPts val="1600"/>
              <a:buNone/>
              <a:defRPr b="1">
                <a:solidFill>
                  <a:schemeClr val="lt1"/>
                </a:solidFill>
              </a:defRPr>
            </a:lvl9pPr>
          </a:lstStyle>
          <a:p/>
        </p:txBody>
      </p:sp>
      <p:sp>
        <p:nvSpPr>
          <p:cNvPr id="421" name="Google Shape;421;p54"/>
          <p:cNvSpPr txBox="1"/>
          <p:nvPr>
            <p:ph idx="6" type="body"/>
          </p:nvPr>
        </p:nvSpPr>
        <p:spPr>
          <a:xfrm>
            <a:off x="5507425" y="1748775"/>
            <a:ext cx="3204900" cy="1263900"/>
          </a:xfrm>
          <a:prstGeom prst="rect">
            <a:avLst/>
          </a:prstGeom>
          <a:solidFill>
            <a:schemeClr val="lt1"/>
          </a:solidFill>
        </p:spPr>
        <p:txBody>
          <a:bodyPr anchorCtr="0" anchor="ctr" bIns="182875" lIns="182875" spcFirstLastPara="1" rIns="182875" wrap="square" tIns="182875">
            <a:noAutofit/>
          </a:bodyPr>
          <a:lstStyle>
            <a:lvl1pPr indent="-317500" lvl="0" marL="457200" rtl="0">
              <a:spcBef>
                <a:spcPts val="0"/>
              </a:spcBef>
              <a:spcAft>
                <a:spcPts val="0"/>
              </a:spcAft>
              <a:buClr>
                <a:schemeClr val="accent2"/>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2"/>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2"/>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422" name="Google Shape;422;p54"/>
          <p:cNvSpPr txBox="1"/>
          <p:nvPr>
            <p:ph idx="7" type="body"/>
          </p:nvPr>
        </p:nvSpPr>
        <p:spPr>
          <a:xfrm>
            <a:off x="5507425" y="3154075"/>
            <a:ext cx="3204900" cy="1263900"/>
          </a:xfrm>
          <a:prstGeom prst="rect">
            <a:avLst/>
          </a:prstGeom>
          <a:solidFill>
            <a:schemeClr val="lt1"/>
          </a:solidFill>
        </p:spPr>
        <p:txBody>
          <a:bodyPr anchorCtr="0" anchor="ctr" bIns="182875" lIns="182875" spcFirstLastPara="1" rIns="182875" wrap="square" tIns="182875">
            <a:noAutofit/>
          </a:bodyPr>
          <a:lstStyle>
            <a:lvl1pPr indent="-317500" lvl="0" marL="457200" rtl="0">
              <a:spcBef>
                <a:spcPts val="0"/>
              </a:spcBef>
              <a:spcAft>
                <a:spcPts val="0"/>
              </a:spcAft>
              <a:buClr>
                <a:schemeClr val="accent3"/>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3"/>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3"/>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423" name="Google Shape;423;p54"/>
          <p:cNvSpPr txBox="1"/>
          <p:nvPr>
            <p:ph idx="8"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24" name="Google Shape;424;p54"/>
          <p:cNvSpPr txBox="1"/>
          <p:nvPr>
            <p:ph type="title"/>
          </p:nvPr>
        </p:nvSpPr>
        <p:spPr>
          <a:xfrm>
            <a:off x="431725" y="1572375"/>
            <a:ext cx="2826600" cy="10869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_4 definitions">
  <p:cSld name="SECTION_HEADER_1_1_2_1_1">
    <p:spTree>
      <p:nvGrpSpPr>
        <p:cNvPr id="425" name="Shape 425"/>
        <p:cNvGrpSpPr/>
        <p:nvPr/>
      </p:nvGrpSpPr>
      <p:grpSpPr>
        <a:xfrm>
          <a:off x="0" y="0"/>
          <a:ext cx="0" cy="0"/>
          <a:chOff x="0" y="0"/>
          <a:chExt cx="0" cy="0"/>
        </a:xfrm>
      </p:grpSpPr>
      <p:sp>
        <p:nvSpPr>
          <p:cNvPr id="426" name="Google Shape;426;p55"/>
          <p:cNvSpPr/>
          <p:nvPr/>
        </p:nvSpPr>
        <p:spPr>
          <a:xfrm rot="10800000">
            <a:off x="-8400" y="-8425"/>
            <a:ext cx="9152400" cy="468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427" name="Google Shape;427;p55"/>
          <p:cNvSpPr txBox="1"/>
          <p:nvPr>
            <p:ph idx="1" type="body"/>
          </p:nvPr>
        </p:nvSpPr>
        <p:spPr>
          <a:xfrm>
            <a:off x="4681550" y="1152975"/>
            <a:ext cx="4030800" cy="1552200"/>
          </a:xfrm>
          <a:prstGeom prst="rect">
            <a:avLst/>
          </a:prstGeom>
          <a:solidFill>
            <a:schemeClr val="accent2"/>
          </a:solidFill>
        </p:spPr>
        <p:txBody>
          <a:bodyPr anchorCtr="0" anchor="ctr" bIns="91425" lIns="182875" spcFirstLastPara="1" rIns="182875" wrap="square" tIns="548625">
            <a:noAutofit/>
          </a:bodyPr>
          <a:lstStyle>
            <a:lvl1pPr indent="-317500" lvl="0" marL="457200" rtl="0">
              <a:spcBef>
                <a:spcPts val="0"/>
              </a:spcBef>
              <a:spcAft>
                <a:spcPts val="0"/>
              </a:spcAft>
              <a:buClr>
                <a:schemeClr val="lt1"/>
              </a:buClr>
              <a:buSzPts val="1400"/>
              <a:buChar char="●"/>
              <a:defRPr sz="1400">
                <a:solidFill>
                  <a:schemeClr val="lt1"/>
                </a:solidFill>
              </a:defRPr>
            </a:lvl1pPr>
            <a:lvl2pPr indent="-317500" lvl="1" marL="914400" rtl="0">
              <a:spcBef>
                <a:spcPts val="1000"/>
              </a:spcBef>
              <a:spcAft>
                <a:spcPts val="0"/>
              </a:spcAft>
              <a:buClr>
                <a:schemeClr val="lt1"/>
              </a:buClr>
              <a:buSzPts val="1400"/>
              <a:buChar char="●"/>
              <a:defRPr sz="1400">
                <a:solidFill>
                  <a:schemeClr val="lt1"/>
                </a:solidFill>
              </a:defRPr>
            </a:lvl2pPr>
            <a:lvl3pPr indent="-317500" lvl="2" marL="1371600" rtl="0">
              <a:spcBef>
                <a:spcPts val="1000"/>
              </a:spcBef>
              <a:spcAft>
                <a:spcPts val="0"/>
              </a:spcAft>
              <a:buClr>
                <a:schemeClr val="lt1"/>
              </a:buClr>
              <a:buSzPts val="1400"/>
              <a:buChar char="●"/>
              <a:defRPr sz="1400">
                <a:solidFill>
                  <a:schemeClr val="lt1"/>
                </a:solidFill>
              </a:defRPr>
            </a:lvl3pPr>
            <a:lvl4pPr indent="-317500" lvl="3" marL="1828800" rtl="0">
              <a:spcBef>
                <a:spcPts val="1000"/>
              </a:spcBef>
              <a:spcAft>
                <a:spcPts val="0"/>
              </a:spcAft>
              <a:buClr>
                <a:schemeClr val="lt1"/>
              </a:buClr>
              <a:buSzPts val="1400"/>
              <a:buChar char="●"/>
              <a:defRPr sz="1400">
                <a:solidFill>
                  <a:schemeClr val="lt1"/>
                </a:solidFill>
              </a:defRPr>
            </a:lvl4pPr>
            <a:lvl5pPr indent="-317500" lvl="4" marL="2286000" rtl="0">
              <a:spcBef>
                <a:spcPts val="1000"/>
              </a:spcBef>
              <a:spcAft>
                <a:spcPts val="0"/>
              </a:spcAft>
              <a:buClr>
                <a:schemeClr val="lt1"/>
              </a:buClr>
              <a:buSzPts val="1400"/>
              <a:buChar char="●"/>
              <a:defRPr sz="1400">
                <a:solidFill>
                  <a:schemeClr val="lt1"/>
                </a:solidFill>
              </a:defRPr>
            </a:lvl5pPr>
            <a:lvl6pPr indent="-317500" lvl="5" marL="2743200" rtl="0">
              <a:spcBef>
                <a:spcPts val="1000"/>
              </a:spcBef>
              <a:spcAft>
                <a:spcPts val="0"/>
              </a:spcAft>
              <a:buClr>
                <a:schemeClr val="lt1"/>
              </a:buClr>
              <a:buSzPts val="1400"/>
              <a:buChar char="●"/>
              <a:defRPr sz="1400">
                <a:solidFill>
                  <a:schemeClr val="lt1"/>
                </a:solidFill>
              </a:defRPr>
            </a:lvl6pPr>
            <a:lvl7pPr indent="-317500" lvl="6" marL="3200400" rtl="0">
              <a:spcBef>
                <a:spcPts val="1000"/>
              </a:spcBef>
              <a:spcAft>
                <a:spcPts val="0"/>
              </a:spcAft>
              <a:buClr>
                <a:schemeClr val="lt1"/>
              </a:buClr>
              <a:buSzPts val="1400"/>
              <a:buChar char="●"/>
              <a:defRPr sz="1400">
                <a:solidFill>
                  <a:schemeClr val="lt1"/>
                </a:solidFill>
              </a:defRPr>
            </a:lvl7pPr>
            <a:lvl8pPr indent="-317500" lvl="7" marL="3657600" rtl="0">
              <a:spcBef>
                <a:spcPts val="1000"/>
              </a:spcBef>
              <a:spcAft>
                <a:spcPts val="0"/>
              </a:spcAft>
              <a:buClr>
                <a:schemeClr val="lt1"/>
              </a:buClr>
              <a:buSzPts val="1400"/>
              <a:buChar char="●"/>
              <a:defRPr sz="1400">
                <a:solidFill>
                  <a:schemeClr val="lt1"/>
                </a:solidFill>
              </a:defRPr>
            </a:lvl8pPr>
            <a:lvl9pPr indent="-317500" lvl="8" marL="4114800" rtl="0">
              <a:spcBef>
                <a:spcPts val="1000"/>
              </a:spcBef>
              <a:spcAft>
                <a:spcPts val="1000"/>
              </a:spcAft>
              <a:buClr>
                <a:schemeClr val="lt1"/>
              </a:buClr>
              <a:buSzPts val="1400"/>
              <a:buChar char="●"/>
              <a:defRPr sz="1400">
                <a:solidFill>
                  <a:schemeClr val="lt1"/>
                </a:solidFill>
              </a:defRPr>
            </a:lvl9pPr>
          </a:lstStyle>
          <a:p/>
        </p:txBody>
      </p:sp>
      <p:sp>
        <p:nvSpPr>
          <p:cNvPr id="428" name="Google Shape;428;p55"/>
          <p:cNvSpPr txBox="1"/>
          <p:nvPr>
            <p:ph idx="2" type="body"/>
          </p:nvPr>
        </p:nvSpPr>
        <p:spPr>
          <a:xfrm>
            <a:off x="4681550" y="2870000"/>
            <a:ext cx="4030800" cy="1552200"/>
          </a:xfrm>
          <a:prstGeom prst="rect">
            <a:avLst/>
          </a:prstGeom>
          <a:solidFill>
            <a:schemeClr val="accent5"/>
          </a:solidFill>
        </p:spPr>
        <p:txBody>
          <a:bodyPr anchorCtr="0" anchor="ctr" bIns="91425" lIns="182875" spcFirstLastPara="1" rIns="182875" wrap="square" tIns="548625">
            <a:noAutofit/>
          </a:bodyPr>
          <a:lstStyle>
            <a:lvl1pPr indent="-317500" lvl="0" marL="457200" rtl="0">
              <a:spcBef>
                <a:spcPts val="0"/>
              </a:spcBef>
              <a:spcAft>
                <a:spcPts val="0"/>
              </a:spcAft>
              <a:buClr>
                <a:schemeClr val="lt1"/>
              </a:buClr>
              <a:buSzPts val="1400"/>
              <a:buChar char="●"/>
              <a:defRPr sz="1400">
                <a:solidFill>
                  <a:schemeClr val="lt1"/>
                </a:solidFill>
              </a:defRPr>
            </a:lvl1pPr>
            <a:lvl2pPr indent="-317500" lvl="1" marL="914400" rtl="0">
              <a:spcBef>
                <a:spcPts val="1000"/>
              </a:spcBef>
              <a:spcAft>
                <a:spcPts val="0"/>
              </a:spcAft>
              <a:buClr>
                <a:schemeClr val="lt1"/>
              </a:buClr>
              <a:buSzPts val="1400"/>
              <a:buChar char="●"/>
              <a:defRPr sz="1400">
                <a:solidFill>
                  <a:schemeClr val="lt1"/>
                </a:solidFill>
              </a:defRPr>
            </a:lvl2pPr>
            <a:lvl3pPr indent="-317500" lvl="2" marL="1371600" rtl="0">
              <a:spcBef>
                <a:spcPts val="1000"/>
              </a:spcBef>
              <a:spcAft>
                <a:spcPts val="0"/>
              </a:spcAft>
              <a:buClr>
                <a:schemeClr val="lt1"/>
              </a:buClr>
              <a:buSzPts val="1400"/>
              <a:buChar char="●"/>
              <a:defRPr sz="1400">
                <a:solidFill>
                  <a:schemeClr val="lt1"/>
                </a:solidFill>
              </a:defRPr>
            </a:lvl3pPr>
            <a:lvl4pPr indent="-317500" lvl="3" marL="1828800" rtl="0">
              <a:spcBef>
                <a:spcPts val="1000"/>
              </a:spcBef>
              <a:spcAft>
                <a:spcPts val="0"/>
              </a:spcAft>
              <a:buClr>
                <a:schemeClr val="lt1"/>
              </a:buClr>
              <a:buSzPts val="1400"/>
              <a:buChar char="●"/>
              <a:defRPr sz="1400">
                <a:solidFill>
                  <a:schemeClr val="lt1"/>
                </a:solidFill>
              </a:defRPr>
            </a:lvl4pPr>
            <a:lvl5pPr indent="-317500" lvl="4" marL="2286000" rtl="0">
              <a:spcBef>
                <a:spcPts val="1000"/>
              </a:spcBef>
              <a:spcAft>
                <a:spcPts val="0"/>
              </a:spcAft>
              <a:buClr>
                <a:schemeClr val="lt1"/>
              </a:buClr>
              <a:buSzPts val="1400"/>
              <a:buChar char="●"/>
              <a:defRPr sz="1400">
                <a:solidFill>
                  <a:schemeClr val="lt1"/>
                </a:solidFill>
              </a:defRPr>
            </a:lvl5pPr>
            <a:lvl6pPr indent="-317500" lvl="5" marL="2743200" rtl="0">
              <a:spcBef>
                <a:spcPts val="1000"/>
              </a:spcBef>
              <a:spcAft>
                <a:spcPts val="0"/>
              </a:spcAft>
              <a:buClr>
                <a:schemeClr val="lt1"/>
              </a:buClr>
              <a:buSzPts val="1400"/>
              <a:buChar char="●"/>
              <a:defRPr sz="1400">
                <a:solidFill>
                  <a:schemeClr val="lt1"/>
                </a:solidFill>
              </a:defRPr>
            </a:lvl6pPr>
            <a:lvl7pPr indent="-317500" lvl="6" marL="3200400" rtl="0">
              <a:spcBef>
                <a:spcPts val="1000"/>
              </a:spcBef>
              <a:spcAft>
                <a:spcPts val="0"/>
              </a:spcAft>
              <a:buClr>
                <a:schemeClr val="lt1"/>
              </a:buClr>
              <a:buSzPts val="1400"/>
              <a:buChar char="●"/>
              <a:defRPr sz="1400">
                <a:solidFill>
                  <a:schemeClr val="lt1"/>
                </a:solidFill>
              </a:defRPr>
            </a:lvl7pPr>
            <a:lvl8pPr indent="-317500" lvl="7" marL="3657600" rtl="0">
              <a:spcBef>
                <a:spcPts val="1000"/>
              </a:spcBef>
              <a:spcAft>
                <a:spcPts val="0"/>
              </a:spcAft>
              <a:buClr>
                <a:schemeClr val="lt1"/>
              </a:buClr>
              <a:buSzPts val="1400"/>
              <a:buChar char="●"/>
              <a:defRPr sz="1400">
                <a:solidFill>
                  <a:schemeClr val="lt1"/>
                </a:solidFill>
              </a:defRPr>
            </a:lvl8pPr>
            <a:lvl9pPr indent="-317500" lvl="8" marL="4114800" rtl="0">
              <a:spcBef>
                <a:spcPts val="1000"/>
              </a:spcBef>
              <a:spcAft>
                <a:spcPts val="1000"/>
              </a:spcAft>
              <a:buClr>
                <a:schemeClr val="lt1"/>
              </a:buClr>
              <a:buSzPts val="1400"/>
              <a:buChar char="●"/>
              <a:defRPr sz="1400">
                <a:solidFill>
                  <a:schemeClr val="lt1"/>
                </a:solidFill>
              </a:defRPr>
            </a:lvl9pPr>
          </a:lstStyle>
          <a:p/>
        </p:txBody>
      </p:sp>
      <p:sp>
        <p:nvSpPr>
          <p:cNvPr id="429" name="Google Shape;429;p55"/>
          <p:cNvSpPr txBox="1"/>
          <p:nvPr>
            <p:ph idx="3" type="body"/>
          </p:nvPr>
        </p:nvSpPr>
        <p:spPr>
          <a:xfrm>
            <a:off x="431825" y="2870000"/>
            <a:ext cx="4030800" cy="1552200"/>
          </a:xfrm>
          <a:prstGeom prst="rect">
            <a:avLst/>
          </a:prstGeom>
          <a:solidFill>
            <a:schemeClr val="accent3"/>
          </a:solidFill>
        </p:spPr>
        <p:txBody>
          <a:bodyPr anchorCtr="0" anchor="ctr" bIns="91425" lIns="182875" spcFirstLastPara="1" rIns="182875" wrap="square" tIns="548625">
            <a:noAutofit/>
          </a:bodyPr>
          <a:lstStyle>
            <a:lvl1pPr indent="-317500" lvl="0" marL="457200" rtl="0">
              <a:spcBef>
                <a:spcPts val="0"/>
              </a:spcBef>
              <a:spcAft>
                <a:spcPts val="0"/>
              </a:spcAft>
              <a:buClr>
                <a:schemeClr val="lt1"/>
              </a:buClr>
              <a:buSzPts val="1400"/>
              <a:buChar char="●"/>
              <a:defRPr sz="1400">
                <a:solidFill>
                  <a:schemeClr val="lt1"/>
                </a:solidFill>
              </a:defRPr>
            </a:lvl1pPr>
            <a:lvl2pPr indent="-317500" lvl="1" marL="914400" rtl="0">
              <a:spcBef>
                <a:spcPts val="1000"/>
              </a:spcBef>
              <a:spcAft>
                <a:spcPts val="0"/>
              </a:spcAft>
              <a:buClr>
                <a:schemeClr val="lt1"/>
              </a:buClr>
              <a:buSzPts val="1400"/>
              <a:buChar char="●"/>
              <a:defRPr sz="1400">
                <a:solidFill>
                  <a:schemeClr val="lt1"/>
                </a:solidFill>
              </a:defRPr>
            </a:lvl2pPr>
            <a:lvl3pPr indent="-317500" lvl="2" marL="1371600" rtl="0">
              <a:spcBef>
                <a:spcPts val="1000"/>
              </a:spcBef>
              <a:spcAft>
                <a:spcPts val="0"/>
              </a:spcAft>
              <a:buClr>
                <a:schemeClr val="lt1"/>
              </a:buClr>
              <a:buSzPts val="1400"/>
              <a:buChar char="●"/>
              <a:defRPr sz="1400">
                <a:solidFill>
                  <a:schemeClr val="lt1"/>
                </a:solidFill>
              </a:defRPr>
            </a:lvl3pPr>
            <a:lvl4pPr indent="-317500" lvl="3" marL="1828800" rtl="0">
              <a:spcBef>
                <a:spcPts val="1000"/>
              </a:spcBef>
              <a:spcAft>
                <a:spcPts val="0"/>
              </a:spcAft>
              <a:buClr>
                <a:schemeClr val="lt1"/>
              </a:buClr>
              <a:buSzPts val="1400"/>
              <a:buChar char="●"/>
              <a:defRPr sz="1400">
                <a:solidFill>
                  <a:schemeClr val="lt1"/>
                </a:solidFill>
              </a:defRPr>
            </a:lvl4pPr>
            <a:lvl5pPr indent="-317500" lvl="4" marL="2286000" rtl="0">
              <a:spcBef>
                <a:spcPts val="1000"/>
              </a:spcBef>
              <a:spcAft>
                <a:spcPts val="0"/>
              </a:spcAft>
              <a:buClr>
                <a:schemeClr val="lt1"/>
              </a:buClr>
              <a:buSzPts val="1400"/>
              <a:buChar char="●"/>
              <a:defRPr sz="1400">
                <a:solidFill>
                  <a:schemeClr val="lt1"/>
                </a:solidFill>
              </a:defRPr>
            </a:lvl5pPr>
            <a:lvl6pPr indent="-317500" lvl="5" marL="2743200" rtl="0">
              <a:spcBef>
                <a:spcPts val="1000"/>
              </a:spcBef>
              <a:spcAft>
                <a:spcPts val="0"/>
              </a:spcAft>
              <a:buClr>
                <a:schemeClr val="lt1"/>
              </a:buClr>
              <a:buSzPts val="1400"/>
              <a:buChar char="●"/>
              <a:defRPr sz="1400">
                <a:solidFill>
                  <a:schemeClr val="lt1"/>
                </a:solidFill>
              </a:defRPr>
            </a:lvl6pPr>
            <a:lvl7pPr indent="-317500" lvl="6" marL="3200400" rtl="0">
              <a:spcBef>
                <a:spcPts val="1000"/>
              </a:spcBef>
              <a:spcAft>
                <a:spcPts val="0"/>
              </a:spcAft>
              <a:buClr>
                <a:schemeClr val="lt1"/>
              </a:buClr>
              <a:buSzPts val="1400"/>
              <a:buChar char="●"/>
              <a:defRPr sz="1400">
                <a:solidFill>
                  <a:schemeClr val="lt1"/>
                </a:solidFill>
              </a:defRPr>
            </a:lvl7pPr>
            <a:lvl8pPr indent="-317500" lvl="7" marL="3657600" rtl="0">
              <a:spcBef>
                <a:spcPts val="1000"/>
              </a:spcBef>
              <a:spcAft>
                <a:spcPts val="0"/>
              </a:spcAft>
              <a:buClr>
                <a:schemeClr val="lt1"/>
              </a:buClr>
              <a:buSzPts val="1400"/>
              <a:buChar char="●"/>
              <a:defRPr sz="1400">
                <a:solidFill>
                  <a:schemeClr val="lt1"/>
                </a:solidFill>
              </a:defRPr>
            </a:lvl8pPr>
            <a:lvl9pPr indent="-317500" lvl="8" marL="4114800" rtl="0">
              <a:spcBef>
                <a:spcPts val="1000"/>
              </a:spcBef>
              <a:spcAft>
                <a:spcPts val="1000"/>
              </a:spcAft>
              <a:buClr>
                <a:schemeClr val="lt1"/>
              </a:buClr>
              <a:buSzPts val="1400"/>
              <a:buChar char="●"/>
              <a:defRPr sz="1400">
                <a:solidFill>
                  <a:schemeClr val="lt1"/>
                </a:solidFill>
              </a:defRPr>
            </a:lvl9pPr>
          </a:lstStyle>
          <a:p/>
        </p:txBody>
      </p:sp>
      <p:sp>
        <p:nvSpPr>
          <p:cNvPr id="430" name="Google Shape;430;p55"/>
          <p:cNvSpPr txBox="1"/>
          <p:nvPr>
            <p:ph idx="4" type="body"/>
          </p:nvPr>
        </p:nvSpPr>
        <p:spPr>
          <a:xfrm>
            <a:off x="431825" y="1152975"/>
            <a:ext cx="4030800" cy="1552200"/>
          </a:xfrm>
          <a:prstGeom prst="rect">
            <a:avLst/>
          </a:prstGeom>
          <a:solidFill>
            <a:schemeClr val="accent1"/>
          </a:solidFill>
        </p:spPr>
        <p:txBody>
          <a:bodyPr anchorCtr="0" anchor="ctr" bIns="91425" lIns="182875" spcFirstLastPara="1" rIns="182875" wrap="square" tIns="548625">
            <a:noAutofit/>
          </a:bodyPr>
          <a:lstStyle>
            <a:lvl1pPr indent="-317500" lvl="0" marL="457200" rtl="0">
              <a:spcBef>
                <a:spcPts val="0"/>
              </a:spcBef>
              <a:spcAft>
                <a:spcPts val="0"/>
              </a:spcAft>
              <a:buClr>
                <a:schemeClr val="lt1"/>
              </a:buClr>
              <a:buSzPts val="1400"/>
              <a:buChar char="●"/>
              <a:defRPr sz="1400">
                <a:solidFill>
                  <a:schemeClr val="lt1"/>
                </a:solidFill>
              </a:defRPr>
            </a:lvl1pPr>
            <a:lvl2pPr indent="-317500" lvl="1" marL="914400" rtl="0">
              <a:spcBef>
                <a:spcPts val="1000"/>
              </a:spcBef>
              <a:spcAft>
                <a:spcPts val="0"/>
              </a:spcAft>
              <a:buClr>
                <a:schemeClr val="lt1"/>
              </a:buClr>
              <a:buSzPts val="1400"/>
              <a:buChar char="●"/>
              <a:defRPr sz="1400">
                <a:solidFill>
                  <a:schemeClr val="lt1"/>
                </a:solidFill>
              </a:defRPr>
            </a:lvl2pPr>
            <a:lvl3pPr indent="-317500" lvl="2" marL="1371600" rtl="0">
              <a:spcBef>
                <a:spcPts val="1000"/>
              </a:spcBef>
              <a:spcAft>
                <a:spcPts val="0"/>
              </a:spcAft>
              <a:buClr>
                <a:schemeClr val="lt1"/>
              </a:buClr>
              <a:buSzPts val="1400"/>
              <a:buChar char="●"/>
              <a:defRPr sz="1400">
                <a:solidFill>
                  <a:schemeClr val="lt1"/>
                </a:solidFill>
              </a:defRPr>
            </a:lvl3pPr>
            <a:lvl4pPr indent="-317500" lvl="3" marL="1828800" rtl="0">
              <a:spcBef>
                <a:spcPts val="1000"/>
              </a:spcBef>
              <a:spcAft>
                <a:spcPts val="0"/>
              </a:spcAft>
              <a:buClr>
                <a:schemeClr val="lt1"/>
              </a:buClr>
              <a:buSzPts val="1400"/>
              <a:buChar char="●"/>
              <a:defRPr sz="1400">
                <a:solidFill>
                  <a:schemeClr val="lt1"/>
                </a:solidFill>
              </a:defRPr>
            </a:lvl4pPr>
            <a:lvl5pPr indent="-317500" lvl="4" marL="2286000" rtl="0">
              <a:spcBef>
                <a:spcPts val="1000"/>
              </a:spcBef>
              <a:spcAft>
                <a:spcPts val="0"/>
              </a:spcAft>
              <a:buClr>
                <a:schemeClr val="lt1"/>
              </a:buClr>
              <a:buSzPts val="1400"/>
              <a:buChar char="●"/>
              <a:defRPr sz="1400">
                <a:solidFill>
                  <a:schemeClr val="lt1"/>
                </a:solidFill>
              </a:defRPr>
            </a:lvl5pPr>
            <a:lvl6pPr indent="-317500" lvl="5" marL="2743200" rtl="0">
              <a:spcBef>
                <a:spcPts val="1000"/>
              </a:spcBef>
              <a:spcAft>
                <a:spcPts val="0"/>
              </a:spcAft>
              <a:buClr>
                <a:schemeClr val="lt1"/>
              </a:buClr>
              <a:buSzPts val="1400"/>
              <a:buChar char="●"/>
              <a:defRPr sz="1400">
                <a:solidFill>
                  <a:schemeClr val="lt1"/>
                </a:solidFill>
              </a:defRPr>
            </a:lvl6pPr>
            <a:lvl7pPr indent="-317500" lvl="6" marL="3200400" rtl="0">
              <a:spcBef>
                <a:spcPts val="1000"/>
              </a:spcBef>
              <a:spcAft>
                <a:spcPts val="0"/>
              </a:spcAft>
              <a:buClr>
                <a:schemeClr val="lt1"/>
              </a:buClr>
              <a:buSzPts val="1400"/>
              <a:buChar char="●"/>
              <a:defRPr sz="1400">
                <a:solidFill>
                  <a:schemeClr val="lt1"/>
                </a:solidFill>
              </a:defRPr>
            </a:lvl7pPr>
            <a:lvl8pPr indent="-317500" lvl="7" marL="3657600" rtl="0">
              <a:spcBef>
                <a:spcPts val="1000"/>
              </a:spcBef>
              <a:spcAft>
                <a:spcPts val="0"/>
              </a:spcAft>
              <a:buClr>
                <a:schemeClr val="lt1"/>
              </a:buClr>
              <a:buSzPts val="1400"/>
              <a:buChar char="●"/>
              <a:defRPr sz="1400">
                <a:solidFill>
                  <a:schemeClr val="lt1"/>
                </a:solidFill>
              </a:defRPr>
            </a:lvl8pPr>
            <a:lvl9pPr indent="-317500" lvl="8" marL="4114800" rtl="0">
              <a:spcBef>
                <a:spcPts val="1000"/>
              </a:spcBef>
              <a:spcAft>
                <a:spcPts val="1000"/>
              </a:spcAft>
              <a:buClr>
                <a:schemeClr val="lt1"/>
              </a:buClr>
              <a:buSzPts val="1400"/>
              <a:buChar char="●"/>
              <a:defRPr sz="1400">
                <a:solidFill>
                  <a:schemeClr val="lt1"/>
                </a:solidFill>
              </a:defRPr>
            </a:lvl9pPr>
          </a:lstStyle>
          <a:p/>
        </p:txBody>
      </p:sp>
      <p:sp>
        <p:nvSpPr>
          <p:cNvPr id="431" name="Google Shape;431;p55"/>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2" name="Google Shape;432;p55"/>
          <p:cNvSpPr txBox="1"/>
          <p:nvPr>
            <p:ph idx="5" type="subTitle"/>
          </p:nvPr>
        </p:nvSpPr>
        <p:spPr>
          <a:xfrm>
            <a:off x="431725" y="1152975"/>
            <a:ext cx="4030800" cy="396000"/>
          </a:xfrm>
          <a:prstGeom prst="rect">
            <a:avLst/>
          </a:prstGeom>
          <a:solidFill>
            <a:schemeClr val="lt1"/>
          </a:solidFill>
        </p:spPr>
        <p:txBody>
          <a:bodyPr anchorCtr="0" anchor="ctr" bIns="91425" lIns="182875" spcFirstLastPara="1" rIns="182875" wrap="square" tIns="91425">
            <a:noAutofit/>
          </a:bodyPr>
          <a:lstStyle>
            <a:lvl1pPr lvl="0" rtl="0" algn="ctr">
              <a:spcBef>
                <a:spcPts val="0"/>
              </a:spcBef>
              <a:spcAft>
                <a:spcPts val="0"/>
              </a:spcAft>
              <a:buSzPts val="1400"/>
              <a:buNone/>
              <a:defRPr b="1" sz="1400">
                <a:solidFill>
                  <a:schemeClr val="accent1"/>
                </a:solidFill>
              </a:defRPr>
            </a:lvl1pPr>
            <a:lvl2pPr lvl="1" rtl="0" algn="ctr">
              <a:spcBef>
                <a:spcPts val="1000"/>
              </a:spcBef>
              <a:spcAft>
                <a:spcPts val="0"/>
              </a:spcAft>
              <a:buSzPts val="1400"/>
              <a:buNone/>
              <a:defRPr b="1" sz="1400">
                <a:solidFill>
                  <a:schemeClr val="accent1"/>
                </a:solidFill>
              </a:defRPr>
            </a:lvl2pPr>
            <a:lvl3pPr lvl="2" rtl="0" algn="ctr">
              <a:spcBef>
                <a:spcPts val="1000"/>
              </a:spcBef>
              <a:spcAft>
                <a:spcPts val="0"/>
              </a:spcAft>
              <a:buSzPts val="1400"/>
              <a:buNone/>
              <a:defRPr b="1" sz="1400">
                <a:solidFill>
                  <a:schemeClr val="accent1"/>
                </a:solidFill>
              </a:defRPr>
            </a:lvl3pPr>
            <a:lvl4pPr lvl="3" rtl="0" algn="ctr">
              <a:spcBef>
                <a:spcPts val="1000"/>
              </a:spcBef>
              <a:spcAft>
                <a:spcPts val="0"/>
              </a:spcAft>
              <a:buSzPts val="1400"/>
              <a:buNone/>
              <a:defRPr b="1" sz="1400">
                <a:solidFill>
                  <a:schemeClr val="accent1"/>
                </a:solidFill>
              </a:defRPr>
            </a:lvl4pPr>
            <a:lvl5pPr lvl="4" rtl="0" algn="ctr">
              <a:spcBef>
                <a:spcPts val="1000"/>
              </a:spcBef>
              <a:spcAft>
                <a:spcPts val="0"/>
              </a:spcAft>
              <a:buSzPts val="1400"/>
              <a:buNone/>
              <a:defRPr b="1" sz="1400">
                <a:solidFill>
                  <a:schemeClr val="accent1"/>
                </a:solidFill>
              </a:defRPr>
            </a:lvl5pPr>
            <a:lvl6pPr lvl="5" rtl="0" algn="ctr">
              <a:spcBef>
                <a:spcPts val="1000"/>
              </a:spcBef>
              <a:spcAft>
                <a:spcPts val="0"/>
              </a:spcAft>
              <a:buSzPts val="1400"/>
              <a:buNone/>
              <a:defRPr b="1" sz="1400">
                <a:solidFill>
                  <a:schemeClr val="accent1"/>
                </a:solidFill>
              </a:defRPr>
            </a:lvl6pPr>
            <a:lvl7pPr lvl="6" rtl="0" algn="ctr">
              <a:spcBef>
                <a:spcPts val="1000"/>
              </a:spcBef>
              <a:spcAft>
                <a:spcPts val="0"/>
              </a:spcAft>
              <a:buSzPts val="1400"/>
              <a:buNone/>
              <a:defRPr b="1" sz="1400">
                <a:solidFill>
                  <a:schemeClr val="accent1"/>
                </a:solidFill>
              </a:defRPr>
            </a:lvl7pPr>
            <a:lvl8pPr lvl="7" rtl="0" algn="ctr">
              <a:spcBef>
                <a:spcPts val="1000"/>
              </a:spcBef>
              <a:spcAft>
                <a:spcPts val="0"/>
              </a:spcAft>
              <a:buSzPts val="1400"/>
              <a:buNone/>
              <a:defRPr b="1" sz="1400">
                <a:solidFill>
                  <a:schemeClr val="accent1"/>
                </a:solidFill>
              </a:defRPr>
            </a:lvl8pPr>
            <a:lvl9pPr lvl="8" rtl="0" algn="ctr">
              <a:spcBef>
                <a:spcPts val="1000"/>
              </a:spcBef>
              <a:spcAft>
                <a:spcPts val="1000"/>
              </a:spcAft>
              <a:buSzPts val="1400"/>
              <a:buNone/>
              <a:defRPr b="1" sz="1400">
                <a:solidFill>
                  <a:schemeClr val="accent1"/>
                </a:solidFill>
              </a:defRPr>
            </a:lvl9pPr>
          </a:lstStyle>
          <a:p/>
        </p:txBody>
      </p:sp>
      <p:sp>
        <p:nvSpPr>
          <p:cNvPr id="433" name="Google Shape;433;p55"/>
          <p:cNvSpPr txBox="1"/>
          <p:nvPr>
            <p:ph idx="6" type="subTitle"/>
          </p:nvPr>
        </p:nvSpPr>
        <p:spPr>
          <a:xfrm>
            <a:off x="4681551" y="1152975"/>
            <a:ext cx="4030800" cy="396000"/>
          </a:xfrm>
          <a:prstGeom prst="rect">
            <a:avLst/>
          </a:prstGeom>
          <a:solidFill>
            <a:schemeClr val="lt1"/>
          </a:solidFill>
        </p:spPr>
        <p:txBody>
          <a:bodyPr anchorCtr="0" anchor="ctr" bIns="91425" lIns="182875" spcFirstLastPara="1" rIns="182875" wrap="square" tIns="91425">
            <a:noAutofit/>
          </a:bodyPr>
          <a:lstStyle>
            <a:lvl1pPr lvl="0" rtl="0" algn="ctr">
              <a:spcBef>
                <a:spcPts val="0"/>
              </a:spcBef>
              <a:spcAft>
                <a:spcPts val="0"/>
              </a:spcAft>
              <a:buClr>
                <a:schemeClr val="accent2"/>
              </a:buClr>
              <a:buSzPts val="1400"/>
              <a:buNone/>
              <a:defRPr b="1" sz="1400">
                <a:solidFill>
                  <a:schemeClr val="accent2"/>
                </a:solidFill>
              </a:defRPr>
            </a:lvl1pPr>
            <a:lvl2pPr lvl="1" rtl="0" algn="ctr">
              <a:spcBef>
                <a:spcPts val="1000"/>
              </a:spcBef>
              <a:spcAft>
                <a:spcPts val="0"/>
              </a:spcAft>
              <a:buClr>
                <a:schemeClr val="accent2"/>
              </a:buClr>
              <a:buSzPts val="1400"/>
              <a:buNone/>
              <a:defRPr b="1" sz="1400">
                <a:solidFill>
                  <a:schemeClr val="accent2"/>
                </a:solidFill>
              </a:defRPr>
            </a:lvl2pPr>
            <a:lvl3pPr lvl="2" rtl="0" algn="ctr">
              <a:spcBef>
                <a:spcPts val="1000"/>
              </a:spcBef>
              <a:spcAft>
                <a:spcPts val="0"/>
              </a:spcAft>
              <a:buClr>
                <a:schemeClr val="accent2"/>
              </a:buClr>
              <a:buSzPts val="1400"/>
              <a:buNone/>
              <a:defRPr b="1" sz="1400">
                <a:solidFill>
                  <a:schemeClr val="accent2"/>
                </a:solidFill>
              </a:defRPr>
            </a:lvl3pPr>
            <a:lvl4pPr lvl="3" rtl="0" algn="ctr">
              <a:spcBef>
                <a:spcPts val="1000"/>
              </a:spcBef>
              <a:spcAft>
                <a:spcPts val="0"/>
              </a:spcAft>
              <a:buClr>
                <a:schemeClr val="accent2"/>
              </a:buClr>
              <a:buSzPts val="1400"/>
              <a:buNone/>
              <a:defRPr b="1" sz="1400">
                <a:solidFill>
                  <a:schemeClr val="accent2"/>
                </a:solidFill>
              </a:defRPr>
            </a:lvl4pPr>
            <a:lvl5pPr lvl="4" rtl="0" algn="ctr">
              <a:spcBef>
                <a:spcPts val="1000"/>
              </a:spcBef>
              <a:spcAft>
                <a:spcPts val="0"/>
              </a:spcAft>
              <a:buClr>
                <a:schemeClr val="accent2"/>
              </a:buClr>
              <a:buSzPts val="1400"/>
              <a:buNone/>
              <a:defRPr b="1" sz="1400">
                <a:solidFill>
                  <a:schemeClr val="accent2"/>
                </a:solidFill>
              </a:defRPr>
            </a:lvl5pPr>
            <a:lvl6pPr lvl="5" rtl="0" algn="ctr">
              <a:spcBef>
                <a:spcPts val="1000"/>
              </a:spcBef>
              <a:spcAft>
                <a:spcPts val="0"/>
              </a:spcAft>
              <a:buClr>
                <a:schemeClr val="accent2"/>
              </a:buClr>
              <a:buSzPts val="1400"/>
              <a:buNone/>
              <a:defRPr b="1" sz="1400">
                <a:solidFill>
                  <a:schemeClr val="accent2"/>
                </a:solidFill>
              </a:defRPr>
            </a:lvl6pPr>
            <a:lvl7pPr lvl="6" rtl="0" algn="ctr">
              <a:spcBef>
                <a:spcPts val="1000"/>
              </a:spcBef>
              <a:spcAft>
                <a:spcPts val="0"/>
              </a:spcAft>
              <a:buClr>
                <a:schemeClr val="accent2"/>
              </a:buClr>
              <a:buSzPts val="1400"/>
              <a:buNone/>
              <a:defRPr b="1" sz="1400">
                <a:solidFill>
                  <a:schemeClr val="accent2"/>
                </a:solidFill>
              </a:defRPr>
            </a:lvl7pPr>
            <a:lvl8pPr lvl="7" rtl="0" algn="ctr">
              <a:spcBef>
                <a:spcPts val="1000"/>
              </a:spcBef>
              <a:spcAft>
                <a:spcPts val="0"/>
              </a:spcAft>
              <a:buClr>
                <a:schemeClr val="accent2"/>
              </a:buClr>
              <a:buSzPts val="1400"/>
              <a:buNone/>
              <a:defRPr b="1" sz="1400">
                <a:solidFill>
                  <a:schemeClr val="accent2"/>
                </a:solidFill>
              </a:defRPr>
            </a:lvl8pPr>
            <a:lvl9pPr lvl="8" rtl="0" algn="ctr">
              <a:spcBef>
                <a:spcPts val="1000"/>
              </a:spcBef>
              <a:spcAft>
                <a:spcPts val="1000"/>
              </a:spcAft>
              <a:buClr>
                <a:schemeClr val="accent2"/>
              </a:buClr>
              <a:buSzPts val="1400"/>
              <a:buNone/>
              <a:defRPr b="1" sz="1400">
                <a:solidFill>
                  <a:schemeClr val="accent2"/>
                </a:solidFill>
              </a:defRPr>
            </a:lvl9pPr>
          </a:lstStyle>
          <a:p/>
        </p:txBody>
      </p:sp>
      <p:sp>
        <p:nvSpPr>
          <p:cNvPr id="434" name="Google Shape;434;p55"/>
          <p:cNvSpPr txBox="1"/>
          <p:nvPr>
            <p:ph idx="7" type="subTitle"/>
          </p:nvPr>
        </p:nvSpPr>
        <p:spPr>
          <a:xfrm>
            <a:off x="431775" y="2870000"/>
            <a:ext cx="4030800" cy="396000"/>
          </a:xfrm>
          <a:prstGeom prst="rect">
            <a:avLst/>
          </a:prstGeom>
          <a:solidFill>
            <a:schemeClr val="lt1"/>
          </a:solidFill>
        </p:spPr>
        <p:txBody>
          <a:bodyPr anchorCtr="0" anchor="ctr" bIns="91425" lIns="182875" spcFirstLastPara="1" rIns="182875" wrap="square" tIns="91425">
            <a:noAutofit/>
          </a:bodyPr>
          <a:lstStyle>
            <a:lvl1pPr lvl="0" rtl="0" algn="ctr">
              <a:spcBef>
                <a:spcPts val="0"/>
              </a:spcBef>
              <a:spcAft>
                <a:spcPts val="0"/>
              </a:spcAft>
              <a:buClr>
                <a:schemeClr val="accent3"/>
              </a:buClr>
              <a:buSzPts val="1400"/>
              <a:buNone/>
              <a:defRPr b="1" sz="1400">
                <a:solidFill>
                  <a:schemeClr val="accent3"/>
                </a:solidFill>
              </a:defRPr>
            </a:lvl1pPr>
            <a:lvl2pPr lvl="1" rtl="0" algn="ctr">
              <a:spcBef>
                <a:spcPts val="1000"/>
              </a:spcBef>
              <a:spcAft>
                <a:spcPts val="0"/>
              </a:spcAft>
              <a:buClr>
                <a:schemeClr val="accent3"/>
              </a:buClr>
              <a:buSzPts val="1400"/>
              <a:buNone/>
              <a:defRPr b="1" sz="1400">
                <a:solidFill>
                  <a:schemeClr val="accent3"/>
                </a:solidFill>
              </a:defRPr>
            </a:lvl2pPr>
            <a:lvl3pPr lvl="2" rtl="0" algn="ctr">
              <a:spcBef>
                <a:spcPts val="1000"/>
              </a:spcBef>
              <a:spcAft>
                <a:spcPts val="0"/>
              </a:spcAft>
              <a:buClr>
                <a:schemeClr val="accent3"/>
              </a:buClr>
              <a:buSzPts val="1400"/>
              <a:buNone/>
              <a:defRPr b="1" sz="1400">
                <a:solidFill>
                  <a:schemeClr val="accent3"/>
                </a:solidFill>
              </a:defRPr>
            </a:lvl3pPr>
            <a:lvl4pPr lvl="3" rtl="0" algn="ctr">
              <a:spcBef>
                <a:spcPts val="1000"/>
              </a:spcBef>
              <a:spcAft>
                <a:spcPts val="0"/>
              </a:spcAft>
              <a:buClr>
                <a:schemeClr val="accent3"/>
              </a:buClr>
              <a:buSzPts val="1400"/>
              <a:buNone/>
              <a:defRPr b="1" sz="1400">
                <a:solidFill>
                  <a:schemeClr val="accent3"/>
                </a:solidFill>
              </a:defRPr>
            </a:lvl4pPr>
            <a:lvl5pPr lvl="4" rtl="0" algn="ctr">
              <a:spcBef>
                <a:spcPts val="1000"/>
              </a:spcBef>
              <a:spcAft>
                <a:spcPts val="0"/>
              </a:spcAft>
              <a:buClr>
                <a:schemeClr val="accent3"/>
              </a:buClr>
              <a:buSzPts val="1400"/>
              <a:buNone/>
              <a:defRPr b="1" sz="1400">
                <a:solidFill>
                  <a:schemeClr val="accent3"/>
                </a:solidFill>
              </a:defRPr>
            </a:lvl5pPr>
            <a:lvl6pPr lvl="5" rtl="0" algn="ctr">
              <a:spcBef>
                <a:spcPts val="1000"/>
              </a:spcBef>
              <a:spcAft>
                <a:spcPts val="0"/>
              </a:spcAft>
              <a:buClr>
                <a:schemeClr val="accent3"/>
              </a:buClr>
              <a:buSzPts val="1400"/>
              <a:buNone/>
              <a:defRPr b="1" sz="1400">
                <a:solidFill>
                  <a:schemeClr val="accent3"/>
                </a:solidFill>
              </a:defRPr>
            </a:lvl6pPr>
            <a:lvl7pPr lvl="6" rtl="0" algn="ctr">
              <a:spcBef>
                <a:spcPts val="1000"/>
              </a:spcBef>
              <a:spcAft>
                <a:spcPts val="0"/>
              </a:spcAft>
              <a:buClr>
                <a:schemeClr val="accent3"/>
              </a:buClr>
              <a:buSzPts val="1400"/>
              <a:buNone/>
              <a:defRPr b="1" sz="1400">
                <a:solidFill>
                  <a:schemeClr val="accent3"/>
                </a:solidFill>
              </a:defRPr>
            </a:lvl7pPr>
            <a:lvl8pPr lvl="7" rtl="0" algn="ctr">
              <a:spcBef>
                <a:spcPts val="1000"/>
              </a:spcBef>
              <a:spcAft>
                <a:spcPts val="0"/>
              </a:spcAft>
              <a:buClr>
                <a:schemeClr val="accent3"/>
              </a:buClr>
              <a:buSzPts val="1400"/>
              <a:buNone/>
              <a:defRPr b="1" sz="1400">
                <a:solidFill>
                  <a:schemeClr val="accent3"/>
                </a:solidFill>
              </a:defRPr>
            </a:lvl8pPr>
            <a:lvl9pPr lvl="8" rtl="0" algn="ctr">
              <a:spcBef>
                <a:spcPts val="1000"/>
              </a:spcBef>
              <a:spcAft>
                <a:spcPts val="1000"/>
              </a:spcAft>
              <a:buClr>
                <a:schemeClr val="accent3"/>
              </a:buClr>
              <a:buSzPts val="1400"/>
              <a:buNone/>
              <a:defRPr b="1" sz="1400">
                <a:solidFill>
                  <a:schemeClr val="accent3"/>
                </a:solidFill>
              </a:defRPr>
            </a:lvl9pPr>
          </a:lstStyle>
          <a:p/>
        </p:txBody>
      </p:sp>
      <p:sp>
        <p:nvSpPr>
          <p:cNvPr id="435" name="Google Shape;435;p55"/>
          <p:cNvSpPr txBox="1"/>
          <p:nvPr>
            <p:ph idx="8" type="subTitle"/>
          </p:nvPr>
        </p:nvSpPr>
        <p:spPr>
          <a:xfrm>
            <a:off x="4681550" y="2870000"/>
            <a:ext cx="4030800" cy="396000"/>
          </a:xfrm>
          <a:prstGeom prst="rect">
            <a:avLst/>
          </a:prstGeom>
          <a:solidFill>
            <a:schemeClr val="lt1"/>
          </a:solidFill>
        </p:spPr>
        <p:txBody>
          <a:bodyPr anchorCtr="0" anchor="ctr" bIns="91425" lIns="182875" spcFirstLastPara="1" rIns="182875" wrap="square" tIns="91425">
            <a:noAutofit/>
          </a:bodyPr>
          <a:lstStyle>
            <a:lvl1pPr lvl="0" rtl="0" algn="ctr">
              <a:spcBef>
                <a:spcPts val="0"/>
              </a:spcBef>
              <a:spcAft>
                <a:spcPts val="0"/>
              </a:spcAft>
              <a:buClr>
                <a:schemeClr val="accent5"/>
              </a:buClr>
              <a:buSzPts val="1400"/>
              <a:buNone/>
              <a:defRPr b="1" sz="1400">
                <a:solidFill>
                  <a:schemeClr val="accent5"/>
                </a:solidFill>
              </a:defRPr>
            </a:lvl1pPr>
            <a:lvl2pPr lvl="1" rtl="0" algn="ctr">
              <a:spcBef>
                <a:spcPts val="1000"/>
              </a:spcBef>
              <a:spcAft>
                <a:spcPts val="0"/>
              </a:spcAft>
              <a:buClr>
                <a:schemeClr val="accent5"/>
              </a:buClr>
              <a:buSzPts val="1400"/>
              <a:buNone/>
              <a:defRPr b="1" sz="1400">
                <a:solidFill>
                  <a:schemeClr val="accent5"/>
                </a:solidFill>
              </a:defRPr>
            </a:lvl2pPr>
            <a:lvl3pPr lvl="2" rtl="0" algn="ctr">
              <a:spcBef>
                <a:spcPts val="1000"/>
              </a:spcBef>
              <a:spcAft>
                <a:spcPts val="0"/>
              </a:spcAft>
              <a:buClr>
                <a:schemeClr val="accent5"/>
              </a:buClr>
              <a:buSzPts val="1400"/>
              <a:buNone/>
              <a:defRPr b="1" sz="1400">
                <a:solidFill>
                  <a:schemeClr val="accent5"/>
                </a:solidFill>
              </a:defRPr>
            </a:lvl3pPr>
            <a:lvl4pPr lvl="3" rtl="0" algn="ctr">
              <a:spcBef>
                <a:spcPts val="1000"/>
              </a:spcBef>
              <a:spcAft>
                <a:spcPts val="0"/>
              </a:spcAft>
              <a:buClr>
                <a:schemeClr val="accent5"/>
              </a:buClr>
              <a:buSzPts val="1400"/>
              <a:buNone/>
              <a:defRPr b="1" sz="1400">
                <a:solidFill>
                  <a:schemeClr val="accent5"/>
                </a:solidFill>
              </a:defRPr>
            </a:lvl4pPr>
            <a:lvl5pPr lvl="4" rtl="0" algn="ctr">
              <a:spcBef>
                <a:spcPts val="1000"/>
              </a:spcBef>
              <a:spcAft>
                <a:spcPts val="0"/>
              </a:spcAft>
              <a:buClr>
                <a:schemeClr val="accent5"/>
              </a:buClr>
              <a:buSzPts val="1400"/>
              <a:buNone/>
              <a:defRPr b="1" sz="1400">
                <a:solidFill>
                  <a:schemeClr val="accent5"/>
                </a:solidFill>
              </a:defRPr>
            </a:lvl5pPr>
            <a:lvl6pPr lvl="5" rtl="0" algn="ctr">
              <a:spcBef>
                <a:spcPts val="1000"/>
              </a:spcBef>
              <a:spcAft>
                <a:spcPts val="0"/>
              </a:spcAft>
              <a:buClr>
                <a:schemeClr val="accent5"/>
              </a:buClr>
              <a:buSzPts val="1400"/>
              <a:buNone/>
              <a:defRPr b="1" sz="1400">
                <a:solidFill>
                  <a:schemeClr val="accent5"/>
                </a:solidFill>
              </a:defRPr>
            </a:lvl6pPr>
            <a:lvl7pPr lvl="6" rtl="0" algn="ctr">
              <a:spcBef>
                <a:spcPts val="1000"/>
              </a:spcBef>
              <a:spcAft>
                <a:spcPts val="0"/>
              </a:spcAft>
              <a:buClr>
                <a:schemeClr val="accent5"/>
              </a:buClr>
              <a:buSzPts val="1400"/>
              <a:buNone/>
              <a:defRPr b="1" sz="1400">
                <a:solidFill>
                  <a:schemeClr val="accent5"/>
                </a:solidFill>
              </a:defRPr>
            </a:lvl7pPr>
            <a:lvl8pPr lvl="7" rtl="0" algn="ctr">
              <a:spcBef>
                <a:spcPts val="1000"/>
              </a:spcBef>
              <a:spcAft>
                <a:spcPts val="0"/>
              </a:spcAft>
              <a:buClr>
                <a:schemeClr val="accent5"/>
              </a:buClr>
              <a:buSzPts val="1400"/>
              <a:buNone/>
              <a:defRPr b="1" sz="1400">
                <a:solidFill>
                  <a:schemeClr val="accent5"/>
                </a:solidFill>
              </a:defRPr>
            </a:lvl8pPr>
            <a:lvl9pPr lvl="8" rtl="0" algn="ctr">
              <a:spcBef>
                <a:spcPts val="1000"/>
              </a:spcBef>
              <a:spcAft>
                <a:spcPts val="1000"/>
              </a:spcAft>
              <a:buClr>
                <a:schemeClr val="accent5"/>
              </a:buClr>
              <a:buSzPts val="1400"/>
              <a:buNone/>
              <a:defRPr b="1" sz="1400">
                <a:solidFill>
                  <a:schemeClr val="accent5"/>
                </a:solidFill>
              </a:defRPr>
            </a:lvl9pPr>
          </a:lstStyle>
          <a:p/>
        </p:txBody>
      </p:sp>
      <p:sp>
        <p:nvSpPr>
          <p:cNvPr id="436" name="Google Shape;436;p55"/>
          <p:cNvSpPr txBox="1"/>
          <p:nvPr>
            <p:ph idx="9"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37" name="Google Shape;437;p55"/>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_2 boxes">
  <p:cSld name="SECTION_HEADER_1_1_1_1_2_1">
    <p:spTree>
      <p:nvGrpSpPr>
        <p:cNvPr id="438" name="Shape 438"/>
        <p:cNvGrpSpPr/>
        <p:nvPr/>
      </p:nvGrpSpPr>
      <p:grpSpPr>
        <a:xfrm>
          <a:off x="0" y="0"/>
          <a:ext cx="0" cy="0"/>
          <a:chOff x="0" y="0"/>
          <a:chExt cx="0" cy="0"/>
        </a:xfrm>
      </p:grpSpPr>
      <p:sp>
        <p:nvSpPr>
          <p:cNvPr id="439" name="Google Shape;439;p56"/>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0" name="Google Shape;440;p56"/>
          <p:cNvSpPr txBox="1"/>
          <p:nvPr>
            <p:ph idx="1" type="subTitle"/>
          </p:nvPr>
        </p:nvSpPr>
        <p:spPr>
          <a:xfrm>
            <a:off x="431725" y="1365975"/>
            <a:ext cx="4030800" cy="2949000"/>
          </a:xfrm>
          <a:prstGeom prst="rect">
            <a:avLst/>
          </a:prstGeom>
          <a:solidFill>
            <a:schemeClr val="accent1"/>
          </a:solidFill>
        </p:spPr>
        <p:txBody>
          <a:bodyPr anchorCtr="0" anchor="ctr" bIns="91425" lIns="274300" spcFirstLastPara="1" rIns="274300" wrap="square" tIns="91425">
            <a:noAutofit/>
          </a:bodyPr>
          <a:lstStyle>
            <a:lvl1pPr lvl="0" rtl="0" algn="ctr">
              <a:spcBef>
                <a:spcPts val="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1pPr>
            <a:lvl2pPr lvl="1"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2pPr>
            <a:lvl3pPr lvl="2"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3pPr>
            <a:lvl4pPr lvl="3"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4pPr>
            <a:lvl5pPr lvl="4"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5pPr>
            <a:lvl6pPr lvl="5"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6pPr>
            <a:lvl7pPr lvl="6"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7pPr>
            <a:lvl8pPr lvl="7"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8pPr>
            <a:lvl9pPr lvl="8" rtl="0" algn="ctr">
              <a:spcBef>
                <a:spcPts val="1000"/>
              </a:spcBef>
              <a:spcAft>
                <a:spcPts val="1000"/>
              </a:spcAft>
              <a:buClr>
                <a:schemeClr val="lt1"/>
              </a:buClr>
              <a:buSzPts val="3600"/>
              <a:buFont typeface="Inter Black"/>
              <a:buNone/>
              <a:defRPr sz="3600">
                <a:solidFill>
                  <a:schemeClr val="lt1"/>
                </a:solidFill>
                <a:latin typeface="Inter Black"/>
                <a:ea typeface="Inter Black"/>
                <a:cs typeface="Inter Black"/>
                <a:sym typeface="Inter Black"/>
              </a:defRPr>
            </a:lvl9pPr>
          </a:lstStyle>
          <a:p/>
        </p:txBody>
      </p:sp>
      <p:sp>
        <p:nvSpPr>
          <p:cNvPr id="441" name="Google Shape;441;p56"/>
          <p:cNvSpPr txBox="1"/>
          <p:nvPr>
            <p:ph idx="2" type="subTitle"/>
          </p:nvPr>
        </p:nvSpPr>
        <p:spPr>
          <a:xfrm>
            <a:off x="4681525" y="1365975"/>
            <a:ext cx="4030800" cy="2949000"/>
          </a:xfrm>
          <a:prstGeom prst="rect">
            <a:avLst/>
          </a:prstGeom>
          <a:solidFill>
            <a:schemeClr val="accent2"/>
          </a:solidFill>
        </p:spPr>
        <p:txBody>
          <a:bodyPr anchorCtr="0" anchor="ctr" bIns="91425" lIns="274300" spcFirstLastPara="1" rIns="274300" wrap="square" tIns="91425">
            <a:noAutofit/>
          </a:bodyPr>
          <a:lstStyle>
            <a:lvl1pPr lvl="0" rtl="0" algn="ctr">
              <a:spcBef>
                <a:spcPts val="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1pPr>
            <a:lvl2pPr lvl="1"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2pPr>
            <a:lvl3pPr lvl="2"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3pPr>
            <a:lvl4pPr lvl="3"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4pPr>
            <a:lvl5pPr lvl="4"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5pPr>
            <a:lvl6pPr lvl="5"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6pPr>
            <a:lvl7pPr lvl="6"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7pPr>
            <a:lvl8pPr lvl="7" rtl="0" algn="ctr">
              <a:spcBef>
                <a:spcPts val="100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8pPr>
            <a:lvl9pPr lvl="8" rtl="0" algn="ctr">
              <a:spcBef>
                <a:spcPts val="1000"/>
              </a:spcBef>
              <a:spcAft>
                <a:spcPts val="1000"/>
              </a:spcAft>
              <a:buClr>
                <a:schemeClr val="lt1"/>
              </a:buClr>
              <a:buSzPts val="3600"/>
              <a:buFont typeface="Inter Black"/>
              <a:buNone/>
              <a:defRPr sz="3600">
                <a:solidFill>
                  <a:schemeClr val="lt1"/>
                </a:solidFill>
                <a:latin typeface="Inter Black"/>
                <a:ea typeface="Inter Black"/>
                <a:cs typeface="Inter Black"/>
                <a:sym typeface="Inter Black"/>
              </a:defRPr>
            </a:lvl9pPr>
          </a:lstStyle>
          <a:p/>
        </p:txBody>
      </p:sp>
      <p:sp>
        <p:nvSpPr>
          <p:cNvPr id="442" name="Google Shape;442;p56"/>
          <p:cNvSpPr txBox="1"/>
          <p:nvPr>
            <p:ph idx="3"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43" name="Google Shape;443;p56"/>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_4 boxes">
  <p:cSld name="SECTION_HEADER_1_1_1_1_3_1">
    <p:spTree>
      <p:nvGrpSpPr>
        <p:cNvPr id="444" name="Shape 444"/>
        <p:cNvGrpSpPr/>
        <p:nvPr/>
      </p:nvGrpSpPr>
      <p:grpSpPr>
        <a:xfrm>
          <a:off x="0" y="0"/>
          <a:ext cx="0" cy="0"/>
          <a:chOff x="0" y="0"/>
          <a:chExt cx="0" cy="0"/>
        </a:xfrm>
      </p:grpSpPr>
      <p:sp>
        <p:nvSpPr>
          <p:cNvPr id="445" name="Google Shape;445;p57"/>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6" name="Google Shape;446;p57"/>
          <p:cNvSpPr txBox="1"/>
          <p:nvPr>
            <p:ph idx="1" type="subTitle"/>
          </p:nvPr>
        </p:nvSpPr>
        <p:spPr>
          <a:xfrm>
            <a:off x="431725" y="1152975"/>
            <a:ext cx="4030800" cy="1609200"/>
          </a:xfrm>
          <a:prstGeom prst="rect">
            <a:avLst/>
          </a:prstGeom>
          <a:solidFill>
            <a:schemeClr val="lt2"/>
          </a:solidFill>
        </p:spPr>
        <p:txBody>
          <a:bodyPr anchorCtr="0" anchor="ctr" bIns="91425" lIns="182875" spcFirstLastPara="1" rIns="182875" wrap="square" tIns="91425">
            <a:noAutofit/>
          </a:bodyPr>
          <a:lstStyle>
            <a:lvl1pPr lvl="0" rtl="0" algn="ctr">
              <a:spcBef>
                <a:spcPts val="0"/>
              </a:spcBef>
              <a:spcAft>
                <a:spcPts val="0"/>
              </a:spcAft>
              <a:buSzPts val="1800"/>
              <a:buFont typeface="Inter Black"/>
              <a:buNone/>
              <a:defRPr sz="1800">
                <a:solidFill>
                  <a:schemeClr val="accent1"/>
                </a:solidFill>
                <a:latin typeface="Inter Black"/>
                <a:ea typeface="Inter Black"/>
                <a:cs typeface="Inter Black"/>
                <a:sym typeface="Inter Black"/>
              </a:defRPr>
            </a:lvl1pPr>
            <a:lvl2pPr lvl="1"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2pPr>
            <a:lvl3pPr lvl="2"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3pPr>
            <a:lvl4pPr lvl="3"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4pPr>
            <a:lvl5pPr lvl="4"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5pPr>
            <a:lvl6pPr lvl="5"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6pPr>
            <a:lvl7pPr lvl="6"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7pPr>
            <a:lvl8pPr lvl="7"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8pPr>
            <a:lvl9pPr lvl="8" rtl="0" algn="ctr">
              <a:spcBef>
                <a:spcPts val="1000"/>
              </a:spcBef>
              <a:spcAft>
                <a:spcPts val="1000"/>
              </a:spcAft>
              <a:buSzPts val="1800"/>
              <a:buFont typeface="Inter Black"/>
              <a:buNone/>
              <a:defRPr sz="1800">
                <a:solidFill>
                  <a:schemeClr val="accent1"/>
                </a:solidFill>
                <a:latin typeface="Inter Black"/>
                <a:ea typeface="Inter Black"/>
                <a:cs typeface="Inter Black"/>
                <a:sym typeface="Inter Black"/>
              </a:defRPr>
            </a:lvl9pPr>
          </a:lstStyle>
          <a:p/>
        </p:txBody>
      </p:sp>
      <p:sp>
        <p:nvSpPr>
          <p:cNvPr id="447" name="Google Shape;447;p57"/>
          <p:cNvSpPr txBox="1"/>
          <p:nvPr>
            <p:ph idx="2" type="subTitle"/>
          </p:nvPr>
        </p:nvSpPr>
        <p:spPr>
          <a:xfrm>
            <a:off x="4681529" y="1152975"/>
            <a:ext cx="4030800" cy="1609200"/>
          </a:xfrm>
          <a:prstGeom prst="rect">
            <a:avLst/>
          </a:prstGeom>
          <a:solidFill>
            <a:schemeClr val="lt2"/>
          </a:solidFill>
        </p:spPr>
        <p:txBody>
          <a:bodyPr anchorCtr="0" anchor="ctr" bIns="91425" lIns="182875" spcFirstLastPara="1" rIns="182875" wrap="square" tIns="91425">
            <a:noAutofit/>
          </a:bodyPr>
          <a:lstStyle>
            <a:lvl1pPr lvl="0" rtl="0" algn="ctr">
              <a:spcBef>
                <a:spcPts val="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1pPr>
            <a:lvl2pPr lvl="1"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2pPr>
            <a:lvl3pPr lvl="2"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3pPr>
            <a:lvl4pPr lvl="3"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4pPr>
            <a:lvl5pPr lvl="4"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5pPr>
            <a:lvl6pPr lvl="5"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6pPr>
            <a:lvl7pPr lvl="6"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7pPr>
            <a:lvl8pPr lvl="7"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8pPr>
            <a:lvl9pPr lvl="8" rtl="0" algn="ctr">
              <a:spcBef>
                <a:spcPts val="1000"/>
              </a:spcBef>
              <a:spcAft>
                <a:spcPts val="1000"/>
              </a:spcAft>
              <a:buClr>
                <a:schemeClr val="accent2"/>
              </a:buClr>
              <a:buSzPts val="1800"/>
              <a:buFont typeface="Inter Black"/>
              <a:buNone/>
              <a:defRPr sz="1800">
                <a:solidFill>
                  <a:schemeClr val="accent2"/>
                </a:solidFill>
                <a:latin typeface="Inter Black"/>
                <a:ea typeface="Inter Black"/>
                <a:cs typeface="Inter Black"/>
                <a:sym typeface="Inter Black"/>
              </a:defRPr>
            </a:lvl9pPr>
          </a:lstStyle>
          <a:p/>
        </p:txBody>
      </p:sp>
      <p:sp>
        <p:nvSpPr>
          <p:cNvPr id="448" name="Google Shape;448;p57"/>
          <p:cNvSpPr txBox="1"/>
          <p:nvPr>
            <p:ph idx="3" type="subTitle"/>
          </p:nvPr>
        </p:nvSpPr>
        <p:spPr>
          <a:xfrm>
            <a:off x="431725" y="2946196"/>
            <a:ext cx="4030800" cy="1609200"/>
          </a:xfrm>
          <a:prstGeom prst="rect">
            <a:avLst/>
          </a:prstGeom>
          <a:solidFill>
            <a:schemeClr val="lt2"/>
          </a:solidFill>
        </p:spPr>
        <p:txBody>
          <a:bodyPr anchorCtr="0" anchor="ctr" bIns="91425" lIns="182875" spcFirstLastPara="1" rIns="182875" wrap="square" tIns="91425">
            <a:noAutofit/>
          </a:bodyPr>
          <a:lstStyle>
            <a:lvl1pPr lvl="0" rtl="0" algn="ctr">
              <a:spcBef>
                <a:spcPts val="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1pPr>
            <a:lvl2pPr lvl="1"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2pPr>
            <a:lvl3pPr lvl="2"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3pPr>
            <a:lvl4pPr lvl="3"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4pPr>
            <a:lvl5pPr lvl="4"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5pPr>
            <a:lvl6pPr lvl="5"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6pPr>
            <a:lvl7pPr lvl="6"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7pPr>
            <a:lvl8pPr lvl="7"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8pPr>
            <a:lvl9pPr lvl="8" rtl="0" algn="ctr">
              <a:spcBef>
                <a:spcPts val="1000"/>
              </a:spcBef>
              <a:spcAft>
                <a:spcPts val="1000"/>
              </a:spcAft>
              <a:buClr>
                <a:schemeClr val="accent3"/>
              </a:buClr>
              <a:buSzPts val="1800"/>
              <a:buFont typeface="Inter Black"/>
              <a:buNone/>
              <a:defRPr sz="1800">
                <a:solidFill>
                  <a:schemeClr val="accent3"/>
                </a:solidFill>
                <a:latin typeface="Inter Black"/>
                <a:ea typeface="Inter Black"/>
                <a:cs typeface="Inter Black"/>
                <a:sym typeface="Inter Black"/>
              </a:defRPr>
            </a:lvl9pPr>
          </a:lstStyle>
          <a:p/>
        </p:txBody>
      </p:sp>
      <p:sp>
        <p:nvSpPr>
          <p:cNvPr id="449" name="Google Shape;449;p57"/>
          <p:cNvSpPr txBox="1"/>
          <p:nvPr>
            <p:ph idx="4" type="subTitle"/>
          </p:nvPr>
        </p:nvSpPr>
        <p:spPr>
          <a:xfrm>
            <a:off x="4681529" y="2946196"/>
            <a:ext cx="4030800" cy="1609200"/>
          </a:xfrm>
          <a:prstGeom prst="rect">
            <a:avLst/>
          </a:prstGeom>
          <a:solidFill>
            <a:schemeClr val="lt2"/>
          </a:solidFill>
        </p:spPr>
        <p:txBody>
          <a:bodyPr anchorCtr="0" anchor="ctr" bIns="91425" lIns="182875" spcFirstLastPara="1" rIns="182875" wrap="square" tIns="91425">
            <a:noAutofit/>
          </a:bodyPr>
          <a:lstStyle>
            <a:lvl1pPr lvl="0" rtl="0" algn="ctr">
              <a:spcBef>
                <a:spcPts val="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1pPr>
            <a:lvl2pPr lvl="1"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2pPr>
            <a:lvl3pPr lvl="2"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3pPr>
            <a:lvl4pPr lvl="3"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4pPr>
            <a:lvl5pPr lvl="4"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5pPr>
            <a:lvl6pPr lvl="5"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6pPr>
            <a:lvl7pPr lvl="6"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7pPr>
            <a:lvl8pPr lvl="7"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8pPr>
            <a:lvl9pPr lvl="8" rtl="0" algn="ctr">
              <a:spcBef>
                <a:spcPts val="1000"/>
              </a:spcBef>
              <a:spcAft>
                <a:spcPts val="1000"/>
              </a:spcAft>
              <a:buClr>
                <a:schemeClr val="accent5"/>
              </a:buClr>
              <a:buSzPts val="1800"/>
              <a:buFont typeface="Inter Black"/>
              <a:buNone/>
              <a:defRPr sz="1800">
                <a:solidFill>
                  <a:schemeClr val="accent5"/>
                </a:solidFill>
                <a:latin typeface="Inter Black"/>
                <a:ea typeface="Inter Black"/>
                <a:cs typeface="Inter Black"/>
                <a:sym typeface="Inter Black"/>
              </a:defRPr>
            </a:lvl9pPr>
          </a:lstStyle>
          <a:p/>
        </p:txBody>
      </p:sp>
      <p:sp>
        <p:nvSpPr>
          <p:cNvPr id="450" name="Google Shape;450;p57"/>
          <p:cNvSpPr txBox="1"/>
          <p:nvPr>
            <p:ph idx="5"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51" name="Google Shape;451;p57"/>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_5 boxes">
  <p:cSld name="SECTION_HEADER_1_1_1_1_1_1">
    <p:spTree>
      <p:nvGrpSpPr>
        <p:cNvPr id="452" name="Shape 452"/>
        <p:cNvGrpSpPr/>
        <p:nvPr/>
      </p:nvGrpSpPr>
      <p:grpSpPr>
        <a:xfrm>
          <a:off x="0" y="0"/>
          <a:ext cx="0" cy="0"/>
          <a:chOff x="0" y="0"/>
          <a:chExt cx="0" cy="0"/>
        </a:xfrm>
      </p:grpSpPr>
      <p:sp>
        <p:nvSpPr>
          <p:cNvPr id="453" name="Google Shape;453;p58"/>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4" name="Google Shape;454;p58"/>
          <p:cNvSpPr txBox="1"/>
          <p:nvPr>
            <p:ph idx="1" type="subTitle"/>
          </p:nvPr>
        </p:nvSpPr>
        <p:spPr>
          <a:xfrm>
            <a:off x="431725" y="1152975"/>
            <a:ext cx="2631900" cy="1609200"/>
          </a:xfrm>
          <a:prstGeom prst="rect">
            <a:avLst/>
          </a:prstGeom>
          <a:solidFill>
            <a:schemeClr val="lt2"/>
          </a:solidFill>
        </p:spPr>
        <p:txBody>
          <a:bodyPr anchorCtr="0" anchor="ctr" bIns="91425" lIns="182875" spcFirstLastPara="1" rIns="182875" wrap="square" tIns="91425">
            <a:noAutofit/>
          </a:bodyPr>
          <a:lstStyle>
            <a:lvl1pPr lvl="0" rtl="0" algn="ctr">
              <a:spcBef>
                <a:spcPts val="0"/>
              </a:spcBef>
              <a:spcAft>
                <a:spcPts val="0"/>
              </a:spcAft>
              <a:buSzPts val="1800"/>
              <a:buFont typeface="Inter Black"/>
              <a:buNone/>
              <a:defRPr sz="1800">
                <a:solidFill>
                  <a:schemeClr val="accent1"/>
                </a:solidFill>
                <a:latin typeface="Inter Black"/>
                <a:ea typeface="Inter Black"/>
                <a:cs typeface="Inter Black"/>
                <a:sym typeface="Inter Black"/>
              </a:defRPr>
            </a:lvl1pPr>
            <a:lvl2pPr lvl="1"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2pPr>
            <a:lvl3pPr lvl="2"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3pPr>
            <a:lvl4pPr lvl="3"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4pPr>
            <a:lvl5pPr lvl="4"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5pPr>
            <a:lvl6pPr lvl="5"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6pPr>
            <a:lvl7pPr lvl="6"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7pPr>
            <a:lvl8pPr lvl="7" rtl="0" algn="ctr">
              <a:spcBef>
                <a:spcPts val="1000"/>
              </a:spcBef>
              <a:spcAft>
                <a:spcPts val="0"/>
              </a:spcAft>
              <a:buSzPts val="1800"/>
              <a:buFont typeface="Inter Black"/>
              <a:buNone/>
              <a:defRPr sz="1800">
                <a:solidFill>
                  <a:schemeClr val="accent1"/>
                </a:solidFill>
                <a:latin typeface="Inter Black"/>
                <a:ea typeface="Inter Black"/>
                <a:cs typeface="Inter Black"/>
                <a:sym typeface="Inter Black"/>
              </a:defRPr>
            </a:lvl8pPr>
            <a:lvl9pPr lvl="8" rtl="0" algn="ctr">
              <a:spcBef>
                <a:spcPts val="1000"/>
              </a:spcBef>
              <a:spcAft>
                <a:spcPts val="1000"/>
              </a:spcAft>
              <a:buSzPts val="1800"/>
              <a:buFont typeface="Inter Black"/>
              <a:buNone/>
              <a:defRPr sz="1800">
                <a:solidFill>
                  <a:schemeClr val="accent1"/>
                </a:solidFill>
                <a:latin typeface="Inter Black"/>
                <a:ea typeface="Inter Black"/>
                <a:cs typeface="Inter Black"/>
                <a:sym typeface="Inter Black"/>
              </a:defRPr>
            </a:lvl9pPr>
          </a:lstStyle>
          <a:p/>
        </p:txBody>
      </p:sp>
      <p:sp>
        <p:nvSpPr>
          <p:cNvPr id="455" name="Google Shape;455;p58"/>
          <p:cNvSpPr txBox="1"/>
          <p:nvPr>
            <p:ph idx="2" type="subTitle"/>
          </p:nvPr>
        </p:nvSpPr>
        <p:spPr>
          <a:xfrm>
            <a:off x="3256073" y="1152975"/>
            <a:ext cx="2631900" cy="1609200"/>
          </a:xfrm>
          <a:prstGeom prst="rect">
            <a:avLst/>
          </a:prstGeom>
          <a:solidFill>
            <a:schemeClr val="lt2"/>
          </a:solidFill>
        </p:spPr>
        <p:txBody>
          <a:bodyPr anchorCtr="0" anchor="ctr" bIns="91425" lIns="182875" spcFirstLastPara="1" rIns="182875" wrap="square" tIns="91425">
            <a:noAutofit/>
          </a:bodyPr>
          <a:lstStyle>
            <a:lvl1pPr lvl="0" rtl="0" algn="ctr">
              <a:spcBef>
                <a:spcPts val="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1pPr>
            <a:lvl2pPr lvl="1"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2pPr>
            <a:lvl3pPr lvl="2"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3pPr>
            <a:lvl4pPr lvl="3"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4pPr>
            <a:lvl5pPr lvl="4"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5pPr>
            <a:lvl6pPr lvl="5"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6pPr>
            <a:lvl7pPr lvl="6"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7pPr>
            <a:lvl8pPr lvl="7" rtl="0" algn="ctr">
              <a:spcBef>
                <a:spcPts val="1000"/>
              </a:spcBef>
              <a:spcAft>
                <a:spcPts val="0"/>
              </a:spcAft>
              <a:buClr>
                <a:schemeClr val="accent2"/>
              </a:buClr>
              <a:buSzPts val="1800"/>
              <a:buFont typeface="Inter Black"/>
              <a:buNone/>
              <a:defRPr sz="1800">
                <a:solidFill>
                  <a:schemeClr val="accent2"/>
                </a:solidFill>
                <a:latin typeface="Inter Black"/>
                <a:ea typeface="Inter Black"/>
                <a:cs typeface="Inter Black"/>
                <a:sym typeface="Inter Black"/>
              </a:defRPr>
            </a:lvl8pPr>
            <a:lvl9pPr lvl="8" rtl="0" algn="ctr">
              <a:spcBef>
                <a:spcPts val="1000"/>
              </a:spcBef>
              <a:spcAft>
                <a:spcPts val="1000"/>
              </a:spcAft>
              <a:buClr>
                <a:schemeClr val="accent2"/>
              </a:buClr>
              <a:buSzPts val="1800"/>
              <a:buFont typeface="Inter Black"/>
              <a:buNone/>
              <a:defRPr sz="1800">
                <a:solidFill>
                  <a:schemeClr val="accent2"/>
                </a:solidFill>
                <a:latin typeface="Inter Black"/>
                <a:ea typeface="Inter Black"/>
                <a:cs typeface="Inter Black"/>
                <a:sym typeface="Inter Black"/>
              </a:defRPr>
            </a:lvl9pPr>
          </a:lstStyle>
          <a:p/>
        </p:txBody>
      </p:sp>
      <p:sp>
        <p:nvSpPr>
          <p:cNvPr id="456" name="Google Shape;456;p58"/>
          <p:cNvSpPr txBox="1"/>
          <p:nvPr>
            <p:ph idx="3" type="subTitle"/>
          </p:nvPr>
        </p:nvSpPr>
        <p:spPr>
          <a:xfrm>
            <a:off x="1838325" y="2946198"/>
            <a:ext cx="2631900" cy="1609200"/>
          </a:xfrm>
          <a:prstGeom prst="rect">
            <a:avLst/>
          </a:prstGeom>
          <a:solidFill>
            <a:schemeClr val="lt2"/>
          </a:solidFill>
        </p:spPr>
        <p:txBody>
          <a:bodyPr anchorCtr="0" anchor="ctr" bIns="91425" lIns="182875" spcFirstLastPara="1" rIns="182875" wrap="square" tIns="91425">
            <a:noAutofit/>
          </a:bodyPr>
          <a:lstStyle>
            <a:lvl1pPr lvl="0" rtl="0" algn="ctr">
              <a:spcBef>
                <a:spcPts val="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1pPr>
            <a:lvl2pPr lvl="1"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2pPr>
            <a:lvl3pPr lvl="2"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3pPr>
            <a:lvl4pPr lvl="3"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4pPr>
            <a:lvl5pPr lvl="4"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5pPr>
            <a:lvl6pPr lvl="5"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6pPr>
            <a:lvl7pPr lvl="6"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7pPr>
            <a:lvl8pPr lvl="7" rtl="0" algn="ctr">
              <a:spcBef>
                <a:spcPts val="1000"/>
              </a:spcBef>
              <a:spcAft>
                <a:spcPts val="0"/>
              </a:spcAft>
              <a:buClr>
                <a:schemeClr val="accent5"/>
              </a:buClr>
              <a:buSzPts val="1800"/>
              <a:buFont typeface="Inter Black"/>
              <a:buNone/>
              <a:defRPr sz="1800">
                <a:solidFill>
                  <a:schemeClr val="accent5"/>
                </a:solidFill>
                <a:latin typeface="Inter Black"/>
                <a:ea typeface="Inter Black"/>
                <a:cs typeface="Inter Black"/>
                <a:sym typeface="Inter Black"/>
              </a:defRPr>
            </a:lvl8pPr>
            <a:lvl9pPr lvl="8" rtl="0" algn="ctr">
              <a:spcBef>
                <a:spcPts val="1000"/>
              </a:spcBef>
              <a:spcAft>
                <a:spcPts val="1000"/>
              </a:spcAft>
              <a:buClr>
                <a:schemeClr val="accent5"/>
              </a:buClr>
              <a:buSzPts val="1800"/>
              <a:buFont typeface="Inter Black"/>
              <a:buNone/>
              <a:defRPr sz="1800">
                <a:solidFill>
                  <a:schemeClr val="accent5"/>
                </a:solidFill>
                <a:latin typeface="Inter Black"/>
                <a:ea typeface="Inter Black"/>
                <a:cs typeface="Inter Black"/>
                <a:sym typeface="Inter Black"/>
              </a:defRPr>
            </a:lvl9pPr>
          </a:lstStyle>
          <a:p/>
        </p:txBody>
      </p:sp>
      <p:sp>
        <p:nvSpPr>
          <p:cNvPr id="457" name="Google Shape;457;p58"/>
          <p:cNvSpPr txBox="1"/>
          <p:nvPr>
            <p:ph idx="4" type="subTitle"/>
          </p:nvPr>
        </p:nvSpPr>
        <p:spPr>
          <a:xfrm>
            <a:off x="4673770" y="2946198"/>
            <a:ext cx="2631900" cy="1609200"/>
          </a:xfrm>
          <a:prstGeom prst="rect">
            <a:avLst/>
          </a:prstGeom>
          <a:solidFill>
            <a:schemeClr val="lt2"/>
          </a:solidFill>
        </p:spPr>
        <p:txBody>
          <a:bodyPr anchorCtr="0" anchor="ctr" bIns="91425" lIns="182875" spcFirstLastPara="1" rIns="182875" wrap="square" tIns="91425">
            <a:noAutofit/>
          </a:bodyPr>
          <a:lstStyle>
            <a:lvl1pPr lvl="0" rtl="0" algn="ctr">
              <a:spcBef>
                <a:spcPts val="0"/>
              </a:spcBef>
              <a:spcAft>
                <a:spcPts val="0"/>
              </a:spcAft>
              <a:buClr>
                <a:schemeClr val="accent4"/>
              </a:buClr>
              <a:buSzPts val="1800"/>
              <a:buFont typeface="Inter Black"/>
              <a:buNone/>
              <a:defRPr sz="1800">
                <a:solidFill>
                  <a:schemeClr val="accent4"/>
                </a:solidFill>
                <a:latin typeface="Inter Black"/>
                <a:ea typeface="Inter Black"/>
                <a:cs typeface="Inter Black"/>
                <a:sym typeface="Inter Black"/>
              </a:defRPr>
            </a:lvl1pPr>
            <a:lvl2pPr lvl="1" rtl="0" algn="ctr">
              <a:spcBef>
                <a:spcPts val="1000"/>
              </a:spcBef>
              <a:spcAft>
                <a:spcPts val="0"/>
              </a:spcAft>
              <a:buClr>
                <a:schemeClr val="accent4"/>
              </a:buClr>
              <a:buSzPts val="1800"/>
              <a:buFont typeface="Inter Black"/>
              <a:buNone/>
              <a:defRPr sz="1800">
                <a:solidFill>
                  <a:schemeClr val="accent4"/>
                </a:solidFill>
                <a:latin typeface="Inter Black"/>
                <a:ea typeface="Inter Black"/>
                <a:cs typeface="Inter Black"/>
                <a:sym typeface="Inter Black"/>
              </a:defRPr>
            </a:lvl2pPr>
            <a:lvl3pPr lvl="2" rtl="0" algn="ctr">
              <a:spcBef>
                <a:spcPts val="1000"/>
              </a:spcBef>
              <a:spcAft>
                <a:spcPts val="0"/>
              </a:spcAft>
              <a:buClr>
                <a:schemeClr val="accent4"/>
              </a:buClr>
              <a:buSzPts val="1800"/>
              <a:buFont typeface="Inter Black"/>
              <a:buNone/>
              <a:defRPr sz="1800">
                <a:solidFill>
                  <a:schemeClr val="accent4"/>
                </a:solidFill>
                <a:latin typeface="Inter Black"/>
                <a:ea typeface="Inter Black"/>
                <a:cs typeface="Inter Black"/>
                <a:sym typeface="Inter Black"/>
              </a:defRPr>
            </a:lvl3pPr>
            <a:lvl4pPr lvl="3" rtl="0" algn="ctr">
              <a:spcBef>
                <a:spcPts val="1000"/>
              </a:spcBef>
              <a:spcAft>
                <a:spcPts val="0"/>
              </a:spcAft>
              <a:buClr>
                <a:schemeClr val="accent4"/>
              </a:buClr>
              <a:buSzPts val="1800"/>
              <a:buFont typeface="Inter Black"/>
              <a:buNone/>
              <a:defRPr sz="1800">
                <a:solidFill>
                  <a:schemeClr val="accent4"/>
                </a:solidFill>
                <a:latin typeface="Inter Black"/>
                <a:ea typeface="Inter Black"/>
                <a:cs typeface="Inter Black"/>
                <a:sym typeface="Inter Black"/>
              </a:defRPr>
            </a:lvl4pPr>
            <a:lvl5pPr lvl="4" rtl="0" algn="ctr">
              <a:spcBef>
                <a:spcPts val="1000"/>
              </a:spcBef>
              <a:spcAft>
                <a:spcPts val="0"/>
              </a:spcAft>
              <a:buClr>
                <a:schemeClr val="accent4"/>
              </a:buClr>
              <a:buSzPts val="1800"/>
              <a:buFont typeface="Inter Black"/>
              <a:buNone/>
              <a:defRPr sz="1800">
                <a:solidFill>
                  <a:schemeClr val="accent4"/>
                </a:solidFill>
                <a:latin typeface="Inter Black"/>
                <a:ea typeface="Inter Black"/>
                <a:cs typeface="Inter Black"/>
                <a:sym typeface="Inter Black"/>
              </a:defRPr>
            </a:lvl5pPr>
            <a:lvl6pPr lvl="5" rtl="0" algn="ctr">
              <a:spcBef>
                <a:spcPts val="1000"/>
              </a:spcBef>
              <a:spcAft>
                <a:spcPts val="0"/>
              </a:spcAft>
              <a:buClr>
                <a:schemeClr val="accent4"/>
              </a:buClr>
              <a:buSzPts val="1800"/>
              <a:buFont typeface="Inter Black"/>
              <a:buNone/>
              <a:defRPr sz="1800">
                <a:solidFill>
                  <a:schemeClr val="accent4"/>
                </a:solidFill>
                <a:latin typeface="Inter Black"/>
                <a:ea typeface="Inter Black"/>
                <a:cs typeface="Inter Black"/>
                <a:sym typeface="Inter Black"/>
              </a:defRPr>
            </a:lvl6pPr>
            <a:lvl7pPr lvl="6" rtl="0" algn="ctr">
              <a:spcBef>
                <a:spcPts val="1000"/>
              </a:spcBef>
              <a:spcAft>
                <a:spcPts val="0"/>
              </a:spcAft>
              <a:buClr>
                <a:schemeClr val="accent4"/>
              </a:buClr>
              <a:buSzPts val="1800"/>
              <a:buFont typeface="Inter Black"/>
              <a:buNone/>
              <a:defRPr sz="1800">
                <a:solidFill>
                  <a:schemeClr val="accent4"/>
                </a:solidFill>
                <a:latin typeface="Inter Black"/>
                <a:ea typeface="Inter Black"/>
                <a:cs typeface="Inter Black"/>
                <a:sym typeface="Inter Black"/>
              </a:defRPr>
            </a:lvl7pPr>
            <a:lvl8pPr lvl="7" rtl="0" algn="ctr">
              <a:spcBef>
                <a:spcPts val="1000"/>
              </a:spcBef>
              <a:spcAft>
                <a:spcPts val="0"/>
              </a:spcAft>
              <a:buClr>
                <a:schemeClr val="accent4"/>
              </a:buClr>
              <a:buSzPts val="1800"/>
              <a:buFont typeface="Inter Black"/>
              <a:buNone/>
              <a:defRPr sz="1800">
                <a:solidFill>
                  <a:schemeClr val="accent4"/>
                </a:solidFill>
                <a:latin typeface="Inter Black"/>
                <a:ea typeface="Inter Black"/>
                <a:cs typeface="Inter Black"/>
                <a:sym typeface="Inter Black"/>
              </a:defRPr>
            </a:lvl8pPr>
            <a:lvl9pPr lvl="8" rtl="0" algn="ctr">
              <a:spcBef>
                <a:spcPts val="1000"/>
              </a:spcBef>
              <a:spcAft>
                <a:spcPts val="1000"/>
              </a:spcAft>
              <a:buClr>
                <a:schemeClr val="accent4"/>
              </a:buClr>
              <a:buSzPts val="1800"/>
              <a:buFont typeface="Inter Black"/>
              <a:buNone/>
              <a:defRPr sz="1800">
                <a:solidFill>
                  <a:schemeClr val="accent4"/>
                </a:solidFill>
                <a:latin typeface="Inter Black"/>
                <a:ea typeface="Inter Black"/>
                <a:cs typeface="Inter Black"/>
                <a:sym typeface="Inter Black"/>
              </a:defRPr>
            </a:lvl9pPr>
          </a:lstStyle>
          <a:p/>
        </p:txBody>
      </p:sp>
      <p:sp>
        <p:nvSpPr>
          <p:cNvPr id="458" name="Google Shape;458;p58"/>
          <p:cNvSpPr txBox="1"/>
          <p:nvPr>
            <p:ph idx="5" type="subTitle"/>
          </p:nvPr>
        </p:nvSpPr>
        <p:spPr>
          <a:xfrm>
            <a:off x="6080420" y="1152975"/>
            <a:ext cx="2631900" cy="1609200"/>
          </a:xfrm>
          <a:prstGeom prst="rect">
            <a:avLst/>
          </a:prstGeom>
          <a:solidFill>
            <a:schemeClr val="lt2"/>
          </a:solidFill>
        </p:spPr>
        <p:txBody>
          <a:bodyPr anchorCtr="0" anchor="ctr" bIns="91425" lIns="182875" spcFirstLastPara="1" rIns="182875" wrap="square" tIns="91425">
            <a:noAutofit/>
          </a:bodyPr>
          <a:lstStyle>
            <a:lvl1pPr lvl="0" rtl="0" algn="ctr">
              <a:spcBef>
                <a:spcPts val="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1pPr>
            <a:lvl2pPr lvl="1"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2pPr>
            <a:lvl3pPr lvl="2"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3pPr>
            <a:lvl4pPr lvl="3"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4pPr>
            <a:lvl5pPr lvl="4"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5pPr>
            <a:lvl6pPr lvl="5"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6pPr>
            <a:lvl7pPr lvl="6"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7pPr>
            <a:lvl8pPr lvl="7" rtl="0" algn="ctr">
              <a:spcBef>
                <a:spcPts val="1000"/>
              </a:spcBef>
              <a:spcAft>
                <a:spcPts val="0"/>
              </a:spcAft>
              <a:buClr>
                <a:schemeClr val="accent3"/>
              </a:buClr>
              <a:buSzPts val="1800"/>
              <a:buFont typeface="Inter Black"/>
              <a:buNone/>
              <a:defRPr sz="1800">
                <a:solidFill>
                  <a:schemeClr val="accent3"/>
                </a:solidFill>
                <a:latin typeface="Inter Black"/>
                <a:ea typeface="Inter Black"/>
                <a:cs typeface="Inter Black"/>
                <a:sym typeface="Inter Black"/>
              </a:defRPr>
            </a:lvl8pPr>
            <a:lvl9pPr lvl="8" rtl="0" algn="ctr">
              <a:spcBef>
                <a:spcPts val="1000"/>
              </a:spcBef>
              <a:spcAft>
                <a:spcPts val="1000"/>
              </a:spcAft>
              <a:buClr>
                <a:schemeClr val="accent3"/>
              </a:buClr>
              <a:buSzPts val="1800"/>
              <a:buFont typeface="Inter Black"/>
              <a:buNone/>
              <a:defRPr sz="1800">
                <a:solidFill>
                  <a:schemeClr val="accent3"/>
                </a:solidFill>
                <a:latin typeface="Inter Black"/>
                <a:ea typeface="Inter Black"/>
                <a:cs typeface="Inter Black"/>
                <a:sym typeface="Inter Black"/>
              </a:defRPr>
            </a:lvl9pPr>
          </a:lstStyle>
          <a:p/>
        </p:txBody>
      </p:sp>
      <p:sp>
        <p:nvSpPr>
          <p:cNvPr id="459" name="Google Shape;459;p58"/>
          <p:cNvSpPr txBox="1"/>
          <p:nvPr>
            <p:ph idx="6"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60" name="Google Shape;460;p58"/>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_quote - image, quote, subtitle, body">
  <p:cSld name="TITLE_AND_BODY_3_1_1_1_1_1_1">
    <p:spTree>
      <p:nvGrpSpPr>
        <p:cNvPr id="461" name="Shape 461"/>
        <p:cNvGrpSpPr/>
        <p:nvPr/>
      </p:nvGrpSpPr>
      <p:grpSpPr>
        <a:xfrm>
          <a:off x="0" y="0"/>
          <a:ext cx="0" cy="0"/>
          <a:chOff x="0" y="0"/>
          <a:chExt cx="0" cy="0"/>
        </a:xfrm>
      </p:grpSpPr>
      <p:sp>
        <p:nvSpPr>
          <p:cNvPr id="462" name="Google Shape;462;p59"/>
          <p:cNvSpPr/>
          <p:nvPr/>
        </p:nvSpPr>
        <p:spPr>
          <a:xfrm flipH="1">
            <a:off x="0" y="-125"/>
            <a:ext cx="40542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463" name="Google Shape;463;p59"/>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64" name="Google Shape;464;p59"/>
          <p:cNvSpPr txBox="1"/>
          <p:nvPr>
            <p:ph idx="1" type="body"/>
          </p:nvPr>
        </p:nvSpPr>
        <p:spPr>
          <a:xfrm>
            <a:off x="4498825" y="1597200"/>
            <a:ext cx="4143300" cy="19044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Font typeface="Inter Black"/>
              <a:buChar char="●"/>
              <a:defRPr sz="1600">
                <a:solidFill>
                  <a:schemeClr val="accent1"/>
                </a:solidFill>
                <a:latin typeface="Inter Black"/>
                <a:ea typeface="Inter Black"/>
                <a:cs typeface="Inter Black"/>
                <a:sym typeface="Inter Black"/>
              </a:defRPr>
            </a:lvl1pPr>
            <a:lvl2pPr indent="-330200" lvl="1" marL="914400" rtl="0">
              <a:spcBef>
                <a:spcPts val="1000"/>
              </a:spcBef>
              <a:spcAft>
                <a:spcPts val="0"/>
              </a:spcAft>
              <a:buSzPts val="1600"/>
              <a:buFont typeface="Inter Black"/>
              <a:buChar char="●"/>
              <a:defRPr>
                <a:solidFill>
                  <a:schemeClr val="accent1"/>
                </a:solidFill>
                <a:latin typeface="Inter Black"/>
                <a:ea typeface="Inter Black"/>
                <a:cs typeface="Inter Black"/>
                <a:sym typeface="Inter Black"/>
              </a:defRPr>
            </a:lvl2pPr>
            <a:lvl3pPr indent="-330200" lvl="2" marL="1371600" rtl="0">
              <a:spcBef>
                <a:spcPts val="1000"/>
              </a:spcBef>
              <a:spcAft>
                <a:spcPts val="0"/>
              </a:spcAft>
              <a:buSzPts val="1600"/>
              <a:buFont typeface="Inter Black"/>
              <a:buChar char="●"/>
              <a:defRPr>
                <a:solidFill>
                  <a:schemeClr val="accent1"/>
                </a:solidFill>
                <a:latin typeface="Inter Black"/>
                <a:ea typeface="Inter Black"/>
                <a:cs typeface="Inter Black"/>
                <a:sym typeface="Inter Black"/>
              </a:defRPr>
            </a:lvl3pPr>
            <a:lvl4pPr indent="-330200" lvl="3" marL="1828800" rtl="0">
              <a:spcBef>
                <a:spcPts val="1000"/>
              </a:spcBef>
              <a:spcAft>
                <a:spcPts val="0"/>
              </a:spcAft>
              <a:buSzPts val="1600"/>
              <a:buFont typeface="Inter Black"/>
              <a:buChar char="●"/>
              <a:defRPr>
                <a:solidFill>
                  <a:schemeClr val="accent1"/>
                </a:solidFill>
                <a:latin typeface="Inter Black"/>
                <a:ea typeface="Inter Black"/>
                <a:cs typeface="Inter Black"/>
                <a:sym typeface="Inter Black"/>
              </a:defRPr>
            </a:lvl4pPr>
            <a:lvl5pPr indent="-330200" lvl="4" marL="2286000" rtl="0">
              <a:spcBef>
                <a:spcPts val="1000"/>
              </a:spcBef>
              <a:spcAft>
                <a:spcPts val="0"/>
              </a:spcAft>
              <a:buSzPts val="1600"/>
              <a:buFont typeface="Inter Black"/>
              <a:buChar char="●"/>
              <a:defRPr>
                <a:solidFill>
                  <a:schemeClr val="accent1"/>
                </a:solidFill>
                <a:latin typeface="Inter Black"/>
                <a:ea typeface="Inter Black"/>
                <a:cs typeface="Inter Black"/>
                <a:sym typeface="Inter Black"/>
              </a:defRPr>
            </a:lvl5pPr>
            <a:lvl6pPr indent="-330200" lvl="5" marL="2743200" rtl="0">
              <a:spcBef>
                <a:spcPts val="1000"/>
              </a:spcBef>
              <a:spcAft>
                <a:spcPts val="0"/>
              </a:spcAft>
              <a:buSzPts val="1600"/>
              <a:buFont typeface="Inter Black"/>
              <a:buChar char="●"/>
              <a:defRPr>
                <a:solidFill>
                  <a:schemeClr val="accent1"/>
                </a:solidFill>
                <a:latin typeface="Inter Black"/>
                <a:ea typeface="Inter Black"/>
                <a:cs typeface="Inter Black"/>
                <a:sym typeface="Inter Black"/>
              </a:defRPr>
            </a:lvl6pPr>
            <a:lvl7pPr indent="-330200" lvl="6" marL="3200400" rtl="0">
              <a:spcBef>
                <a:spcPts val="1000"/>
              </a:spcBef>
              <a:spcAft>
                <a:spcPts val="0"/>
              </a:spcAft>
              <a:buSzPts val="1600"/>
              <a:buFont typeface="Inter Black"/>
              <a:buChar char="●"/>
              <a:defRPr>
                <a:solidFill>
                  <a:schemeClr val="accent1"/>
                </a:solidFill>
                <a:latin typeface="Inter Black"/>
                <a:ea typeface="Inter Black"/>
                <a:cs typeface="Inter Black"/>
                <a:sym typeface="Inter Black"/>
              </a:defRPr>
            </a:lvl7pPr>
            <a:lvl8pPr indent="-330200" lvl="7" marL="3657600" rtl="0">
              <a:spcBef>
                <a:spcPts val="1000"/>
              </a:spcBef>
              <a:spcAft>
                <a:spcPts val="0"/>
              </a:spcAft>
              <a:buSzPts val="1600"/>
              <a:buFont typeface="Inter Black"/>
              <a:buChar char="●"/>
              <a:defRPr>
                <a:solidFill>
                  <a:schemeClr val="accent1"/>
                </a:solidFill>
                <a:latin typeface="Inter Black"/>
                <a:ea typeface="Inter Black"/>
                <a:cs typeface="Inter Black"/>
                <a:sym typeface="Inter Black"/>
              </a:defRPr>
            </a:lvl8pPr>
            <a:lvl9pPr indent="-330200" lvl="8" marL="4114800" rtl="0">
              <a:spcBef>
                <a:spcPts val="1000"/>
              </a:spcBef>
              <a:spcAft>
                <a:spcPts val="1000"/>
              </a:spcAft>
              <a:buSzPts val="1600"/>
              <a:buFont typeface="Inter Black"/>
              <a:buChar char="●"/>
              <a:defRPr>
                <a:solidFill>
                  <a:schemeClr val="accent1"/>
                </a:solidFill>
                <a:latin typeface="Inter Black"/>
                <a:ea typeface="Inter Black"/>
                <a:cs typeface="Inter Black"/>
                <a:sym typeface="Inter Black"/>
              </a:defRPr>
            </a:lvl9pPr>
          </a:lstStyle>
          <a:p/>
        </p:txBody>
      </p:sp>
      <p:pic>
        <p:nvPicPr>
          <p:cNvPr id="465" name="Google Shape;465;p59"/>
          <p:cNvPicPr preferRelativeResize="0"/>
          <p:nvPr/>
        </p:nvPicPr>
        <p:blipFill>
          <a:blip r:embed="rId2">
            <a:alphaModFix/>
          </a:blip>
          <a:stretch>
            <a:fillRect/>
          </a:stretch>
        </p:blipFill>
        <p:spPr>
          <a:xfrm>
            <a:off x="4498825" y="1152475"/>
            <a:ext cx="301158" cy="278973"/>
          </a:xfrm>
          <a:prstGeom prst="rect">
            <a:avLst/>
          </a:prstGeom>
          <a:noFill/>
          <a:ln>
            <a:noFill/>
          </a:ln>
        </p:spPr>
      </p:pic>
      <p:sp>
        <p:nvSpPr>
          <p:cNvPr id="466" name="Google Shape;466;p59"/>
          <p:cNvSpPr txBox="1"/>
          <p:nvPr>
            <p:ph idx="2" type="subTitle"/>
          </p:nvPr>
        </p:nvSpPr>
        <p:spPr>
          <a:xfrm>
            <a:off x="431725" y="1597200"/>
            <a:ext cx="3354000" cy="322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b="1">
                <a:solidFill>
                  <a:schemeClr val="accent1"/>
                </a:solidFill>
              </a:defRPr>
            </a:lvl1pPr>
            <a:lvl2pPr lvl="1" rtl="0">
              <a:lnSpc>
                <a:spcPct val="100000"/>
              </a:lnSpc>
              <a:spcBef>
                <a:spcPts val="0"/>
              </a:spcBef>
              <a:spcAft>
                <a:spcPts val="0"/>
              </a:spcAft>
              <a:buSzPts val="1600"/>
              <a:buNone/>
              <a:defRPr b="1">
                <a:solidFill>
                  <a:schemeClr val="accent1"/>
                </a:solidFill>
              </a:defRPr>
            </a:lvl2pPr>
            <a:lvl3pPr lvl="2" rtl="0">
              <a:lnSpc>
                <a:spcPct val="100000"/>
              </a:lnSpc>
              <a:spcBef>
                <a:spcPts val="0"/>
              </a:spcBef>
              <a:spcAft>
                <a:spcPts val="0"/>
              </a:spcAft>
              <a:buSzPts val="1600"/>
              <a:buNone/>
              <a:defRPr b="1">
                <a:solidFill>
                  <a:schemeClr val="accent1"/>
                </a:solidFill>
              </a:defRPr>
            </a:lvl3pPr>
            <a:lvl4pPr lvl="3" rtl="0">
              <a:lnSpc>
                <a:spcPct val="100000"/>
              </a:lnSpc>
              <a:spcBef>
                <a:spcPts val="0"/>
              </a:spcBef>
              <a:spcAft>
                <a:spcPts val="0"/>
              </a:spcAft>
              <a:buSzPts val="1600"/>
              <a:buNone/>
              <a:defRPr b="1">
                <a:solidFill>
                  <a:schemeClr val="accent1"/>
                </a:solidFill>
              </a:defRPr>
            </a:lvl4pPr>
            <a:lvl5pPr lvl="4" rtl="0">
              <a:lnSpc>
                <a:spcPct val="100000"/>
              </a:lnSpc>
              <a:spcBef>
                <a:spcPts val="0"/>
              </a:spcBef>
              <a:spcAft>
                <a:spcPts val="0"/>
              </a:spcAft>
              <a:buSzPts val="1600"/>
              <a:buNone/>
              <a:defRPr b="1">
                <a:solidFill>
                  <a:schemeClr val="accent1"/>
                </a:solidFill>
              </a:defRPr>
            </a:lvl5pPr>
            <a:lvl6pPr lvl="5" rtl="0">
              <a:lnSpc>
                <a:spcPct val="100000"/>
              </a:lnSpc>
              <a:spcBef>
                <a:spcPts val="0"/>
              </a:spcBef>
              <a:spcAft>
                <a:spcPts val="0"/>
              </a:spcAft>
              <a:buSzPts val="1600"/>
              <a:buNone/>
              <a:defRPr b="1">
                <a:solidFill>
                  <a:schemeClr val="accent1"/>
                </a:solidFill>
              </a:defRPr>
            </a:lvl6pPr>
            <a:lvl7pPr lvl="6" rtl="0">
              <a:lnSpc>
                <a:spcPct val="100000"/>
              </a:lnSpc>
              <a:spcBef>
                <a:spcPts val="0"/>
              </a:spcBef>
              <a:spcAft>
                <a:spcPts val="0"/>
              </a:spcAft>
              <a:buSzPts val="1600"/>
              <a:buNone/>
              <a:defRPr b="1">
                <a:solidFill>
                  <a:schemeClr val="accent1"/>
                </a:solidFill>
              </a:defRPr>
            </a:lvl7pPr>
            <a:lvl8pPr lvl="7" rtl="0">
              <a:lnSpc>
                <a:spcPct val="100000"/>
              </a:lnSpc>
              <a:spcBef>
                <a:spcPts val="0"/>
              </a:spcBef>
              <a:spcAft>
                <a:spcPts val="0"/>
              </a:spcAft>
              <a:buSzPts val="1600"/>
              <a:buNone/>
              <a:defRPr b="1">
                <a:solidFill>
                  <a:schemeClr val="accent1"/>
                </a:solidFill>
              </a:defRPr>
            </a:lvl8pPr>
            <a:lvl9pPr lvl="8" rtl="0">
              <a:lnSpc>
                <a:spcPct val="100000"/>
              </a:lnSpc>
              <a:spcBef>
                <a:spcPts val="0"/>
              </a:spcBef>
              <a:spcAft>
                <a:spcPts val="0"/>
              </a:spcAft>
              <a:buSzPts val="1600"/>
              <a:buNone/>
              <a:defRPr b="1">
                <a:solidFill>
                  <a:schemeClr val="accent1"/>
                </a:solidFill>
              </a:defRPr>
            </a:lvl9pPr>
          </a:lstStyle>
          <a:p/>
        </p:txBody>
      </p:sp>
      <p:sp>
        <p:nvSpPr>
          <p:cNvPr id="467" name="Google Shape;467;p59"/>
          <p:cNvSpPr txBox="1"/>
          <p:nvPr>
            <p:ph idx="3" type="body"/>
          </p:nvPr>
        </p:nvSpPr>
        <p:spPr>
          <a:xfrm>
            <a:off x="431725" y="2019250"/>
            <a:ext cx="3354000" cy="2349000"/>
          </a:xfrm>
          <a:prstGeom prst="rect">
            <a:avLst/>
          </a:prstGeom>
        </p:spPr>
        <p:txBody>
          <a:bodyPr anchorCtr="0" anchor="t" bIns="0" lIns="0" spcFirstLastPara="1" rIns="0" wrap="square" tIns="0">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1000"/>
              </a:spcBef>
              <a:spcAft>
                <a:spcPts val="0"/>
              </a:spcAft>
              <a:buClr>
                <a:schemeClr val="dk1"/>
              </a:buClr>
              <a:buSzPts val="1400"/>
              <a:buChar char="●"/>
              <a:defRPr sz="1400">
                <a:solidFill>
                  <a:schemeClr val="dk1"/>
                </a:solidFill>
              </a:defRPr>
            </a:lvl2pPr>
            <a:lvl3pPr indent="-317500" lvl="2" marL="1371600" rtl="0">
              <a:spcBef>
                <a:spcPts val="1000"/>
              </a:spcBef>
              <a:spcAft>
                <a:spcPts val="0"/>
              </a:spcAft>
              <a:buClr>
                <a:schemeClr val="dk1"/>
              </a:buClr>
              <a:buSzPts val="1400"/>
              <a:buChar char="●"/>
              <a:defRPr sz="1400">
                <a:solidFill>
                  <a:schemeClr val="dk1"/>
                </a:solidFill>
              </a:defRPr>
            </a:lvl3pPr>
            <a:lvl4pPr indent="-317500" lvl="3" marL="1828800" rtl="0">
              <a:spcBef>
                <a:spcPts val="1000"/>
              </a:spcBef>
              <a:spcAft>
                <a:spcPts val="0"/>
              </a:spcAft>
              <a:buClr>
                <a:schemeClr val="dk1"/>
              </a:buClr>
              <a:buSzPts val="1400"/>
              <a:buChar char="●"/>
              <a:defRPr sz="1400">
                <a:solidFill>
                  <a:schemeClr val="dk1"/>
                </a:solidFill>
              </a:defRPr>
            </a:lvl4pPr>
            <a:lvl5pPr indent="-317500" lvl="4" marL="2286000" rtl="0">
              <a:spcBef>
                <a:spcPts val="1000"/>
              </a:spcBef>
              <a:spcAft>
                <a:spcPts val="0"/>
              </a:spcAft>
              <a:buClr>
                <a:schemeClr val="dk1"/>
              </a:buClr>
              <a:buSzPts val="1400"/>
              <a:buChar char="●"/>
              <a:defRPr sz="1400">
                <a:solidFill>
                  <a:schemeClr val="dk1"/>
                </a:solidFill>
              </a:defRPr>
            </a:lvl5pPr>
            <a:lvl6pPr indent="-317500" lvl="5" marL="2743200" rtl="0">
              <a:spcBef>
                <a:spcPts val="1000"/>
              </a:spcBef>
              <a:spcAft>
                <a:spcPts val="0"/>
              </a:spcAft>
              <a:buClr>
                <a:schemeClr val="dk1"/>
              </a:buClr>
              <a:buSzPts val="1400"/>
              <a:buChar char="●"/>
              <a:defRPr sz="1400">
                <a:solidFill>
                  <a:schemeClr val="dk1"/>
                </a:solidFill>
              </a:defRPr>
            </a:lvl6pPr>
            <a:lvl7pPr indent="-317500" lvl="6" marL="3200400" rtl="0">
              <a:spcBef>
                <a:spcPts val="1000"/>
              </a:spcBef>
              <a:spcAft>
                <a:spcPts val="0"/>
              </a:spcAft>
              <a:buClr>
                <a:schemeClr val="dk1"/>
              </a:buClr>
              <a:buSzPts val="1400"/>
              <a:buChar char="●"/>
              <a:defRPr sz="1400">
                <a:solidFill>
                  <a:schemeClr val="dk1"/>
                </a:solidFill>
              </a:defRPr>
            </a:lvl7pPr>
            <a:lvl8pPr indent="-317500" lvl="7" marL="3657600" rtl="0">
              <a:spcBef>
                <a:spcPts val="1000"/>
              </a:spcBef>
              <a:spcAft>
                <a:spcPts val="0"/>
              </a:spcAft>
              <a:buClr>
                <a:schemeClr val="dk1"/>
              </a:buClr>
              <a:buSzPts val="1400"/>
              <a:buChar char="●"/>
              <a:defRPr sz="1400">
                <a:solidFill>
                  <a:schemeClr val="dk1"/>
                </a:solidFill>
              </a:defRPr>
            </a:lvl8pPr>
            <a:lvl9pPr indent="-317500" lvl="8" marL="4114800" rtl="0">
              <a:spcBef>
                <a:spcPts val="1000"/>
              </a:spcBef>
              <a:spcAft>
                <a:spcPts val="1000"/>
              </a:spcAft>
              <a:buClr>
                <a:schemeClr val="dk1"/>
              </a:buClr>
              <a:buSzPts val="1400"/>
              <a:buChar char="●"/>
              <a:defRPr sz="1400">
                <a:solidFill>
                  <a:schemeClr val="dk1"/>
                </a:solidFill>
              </a:defRPr>
            </a:lvl9pPr>
          </a:lstStyle>
          <a:p/>
        </p:txBody>
      </p:sp>
      <p:pic>
        <p:nvPicPr>
          <p:cNvPr id="468" name="Google Shape;468;p59"/>
          <p:cNvPicPr preferRelativeResize="0"/>
          <p:nvPr/>
        </p:nvPicPr>
        <p:blipFill rotWithShape="1">
          <a:blip r:embed="rId3">
            <a:alphaModFix/>
          </a:blip>
          <a:srcRect b="1428" l="0" r="0" t="1428"/>
          <a:stretch/>
        </p:blipFill>
        <p:spPr>
          <a:xfrm>
            <a:off x="311700" y="4681475"/>
            <a:ext cx="1371602" cy="507491"/>
          </a:xfrm>
          <a:prstGeom prst="rect">
            <a:avLst/>
          </a:prstGeom>
          <a:noFill/>
          <a:ln>
            <a:noFill/>
          </a:ln>
        </p:spPr>
      </p:pic>
      <p:sp>
        <p:nvSpPr>
          <p:cNvPr id="469" name="Google Shape;469;p59"/>
          <p:cNvSpPr txBox="1"/>
          <p:nvPr>
            <p:ph idx="4" type="subTitle"/>
          </p:nvPr>
        </p:nvSpPr>
        <p:spPr>
          <a:xfrm>
            <a:off x="4498825" y="4870025"/>
            <a:ext cx="36843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70" name="Google Shape;470;p59"/>
          <p:cNvSpPr txBox="1"/>
          <p:nvPr>
            <p:ph type="title"/>
          </p:nvPr>
        </p:nvSpPr>
        <p:spPr>
          <a:xfrm>
            <a:off x="431725" y="368825"/>
            <a:ext cx="33540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_quote - image, quote">
  <p:cSld name="TITLE_AND_BODY_3_1_1_1_3">
    <p:spTree>
      <p:nvGrpSpPr>
        <p:cNvPr id="471" name="Shape 471"/>
        <p:cNvGrpSpPr/>
        <p:nvPr/>
      </p:nvGrpSpPr>
      <p:grpSpPr>
        <a:xfrm>
          <a:off x="0" y="0"/>
          <a:ext cx="0" cy="0"/>
          <a:chOff x="0" y="0"/>
          <a:chExt cx="0" cy="0"/>
        </a:xfrm>
      </p:grpSpPr>
      <p:sp>
        <p:nvSpPr>
          <p:cNvPr id="472" name="Google Shape;472;p60"/>
          <p:cNvSpPr/>
          <p:nvPr/>
        </p:nvSpPr>
        <p:spPr>
          <a:xfrm rot="10800000">
            <a:off x="-8400" y="-8425"/>
            <a:ext cx="9152400" cy="468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473" name="Google Shape;473;p60"/>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4" name="Google Shape;474;p60"/>
          <p:cNvSpPr/>
          <p:nvPr>
            <p:ph idx="2" type="pic"/>
          </p:nvPr>
        </p:nvSpPr>
        <p:spPr>
          <a:xfrm>
            <a:off x="431725" y="1555000"/>
            <a:ext cx="2043300" cy="2043300"/>
          </a:xfrm>
          <a:prstGeom prst="ellipse">
            <a:avLst/>
          </a:prstGeom>
          <a:noFill/>
          <a:ln>
            <a:noFill/>
          </a:ln>
        </p:spPr>
      </p:sp>
      <p:sp>
        <p:nvSpPr>
          <p:cNvPr id="475" name="Google Shape;475;p60"/>
          <p:cNvSpPr txBox="1"/>
          <p:nvPr>
            <p:ph idx="1" type="body"/>
          </p:nvPr>
        </p:nvSpPr>
        <p:spPr>
          <a:xfrm>
            <a:off x="3148150" y="1845725"/>
            <a:ext cx="5564100" cy="1904400"/>
          </a:xfrm>
          <a:prstGeom prst="rect">
            <a:avLst/>
          </a:prstGeom>
        </p:spPr>
        <p:txBody>
          <a:bodyPr anchorCtr="0" anchor="t" bIns="0" lIns="0" spcFirstLastPara="1" rIns="0" wrap="square" tIns="0">
            <a:noAutofit/>
          </a:bodyPr>
          <a:lstStyle>
            <a:lvl1pPr indent="-330200" lvl="0" marL="457200" rtl="0">
              <a:spcBef>
                <a:spcPts val="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1pPr>
            <a:lvl2pPr indent="-330200" lvl="1" marL="9144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2pPr>
            <a:lvl3pPr indent="-330200" lvl="2" marL="13716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3pPr>
            <a:lvl4pPr indent="-330200" lvl="3" marL="18288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4pPr>
            <a:lvl5pPr indent="-330200" lvl="4" marL="22860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5pPr>
            <a:lvl6pPr indent="-330200" lvl="5" marL="27432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6pPr>
            <a:lvl7pPr indent="-330200" lvl="6" marL="32004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7pPr>
            <a:lvl8pPr indent="-330200" lvl="7" marL="36576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8pPr>
            <a:lvl9pPr indent="-330200" lvl="8" marL="4114800" rtl="0">
              <a:spcBef>
                <a:spcPts val="1000"/>
              </a:spcBef>
              <a:spcAft>
                <a:spcPts val="1000"/>
              </a:spcAft>
              <a:buClr>
                <a:schemeClr val="dk1"/>
              </a:buClr>
              <a:buSzPts val="1600"/>
              <a:buFont typeface="Inter Black"/>
              <a:buChar char="●"/>
              <a:defRPr>
                <a:solidFill>
                  <a:schemeClr val="dk1"/>
                </a:solidFill>
                <a:latin typeface="Inter Black"/>
                <a:ea typeface="Inter Black"/>
                <a:cs typeface="Inter Black"/>
                <a:sym typeface="Inter Black"/>
              </a:defRPr>
            </a:lvl9pPr>
          </a:lstStyle>
          <a:p/>
        </p:txBody>
      </p:sp>
      <p:pic>
        <p:nvPicPr>
          <p:cNvPr id="476" name="Google Shape;476;p60"/>
          <p:cNvPicPr preferRelativeResize="0"/>
          <p:nvPr/>
        </p:nvPicPr>
        <p:blipFill>
          <a:blip r:embed="rId2">
            <a:alphaModFix/>
          </a:blip>
          <a:stretch>
            <a:fillRect/>
          </a:stretch>
        </p:blipFill>
        <p:spPr>
          <a:xfrm>
            <a:off x="3148150" y="1401004"/>
            <a:ext cx="278973" cy="278973"/>
          </a:xfrm>
          <a:prstGeom prst="rect">
            <a:avLst/>
          </a:prstGeom>
          <a:noFill/>
          <a:ln>
            <a:noFill/>
          </a:ln>
        </p:spPr>
      </p:pic>
      <p:sp>
        <p:nvSpPr>
          <p:cNvPr id="477" name="Google Shape;477;p60"/>
          <p:cNvSpPr txBox="1"/>
          <p:nvPr>
            <p:ph idx="3" type="subTitle"/>
          </p:nvPr>
        </p:nvSpPr>
        <p:spPr>
          <a:xfrm>
            <a:off x="3148150" y="3750125"/>
            <a:ext cx="5564100" cy="279000"/>
          </a:xfrm>
          <a:prstGeom prst="rect">
            <a:avLst/>
          </a:prstGeom>
        </p:spPr>
        <p:txBody>
          <a:bodyPr anchorCtr="0" anchor="t" bIns="0" lIns="0" spcFirstLastPara="1" rIns="0" wrap="square" tIns="0">
            <a:noAutofit/>
          </a:bodyPr>
          <a:lstStyle>
            <a:lvl1pPr lvl="0" rtl="0">
              <a:spcBef>
                <a:spcPts val="0"/>
              </a:spcBef>
              <a:spcAft>
                <a:spcPts val="0"/>
              </a:spcAft>
              <a:buSzPts val="1200"/>
              <a:buNone/>
              <a:defRPr sz="1200">
                <a:solidFill>
                  <a:schemeClr val="accent1"/>
                </a:solidFill>
              </a:defRPr>
            </a:lvl1pPr>
            <a:lvl2pPr lvl="1" rtl="0">
              <a:spcBef>
                <a:spcPts val="1000"/>
              </a:spcBef>
              <a:spcAft>
                <a:spcPts val="0"/>
              </a:spcAft>
              <a:buSzPts val="1200"/>
              <a:buNone/>
              <a:defRPr sz="1200">
                <a:solidFill>
                  <a:schemeClr val="accent1"/>
                </a:solidFill>
              </a:defRPr>
            </a:lvl2pPr>
            <a:lvl3pPr lvl="2" rtl="0">
              <a:spcBef>
                <a:spcPts val="1000"/>
              </a:spcBef>
              <a:spcAft>
                <a:spcPts val="0"/>
              </a:spcAft>
              <a:buSzPts val="1200"/>
              <a:buNone/>
              <a:defRPr sz="1200">
                <a:solidFill>
                  <a:schemeClr val="accent1"/>
                </a:solidFill>
              </a:defRPr>
            </a:lvl3pPr>
            <a:lvl4pPr lvl="3" rtl="0">
              <a:spcBef>
                <a:spcPts val="1000"/>
              </a:spcBef>
              <a:spcAft>
                <a:spcPts val="0"/>
              </a:spcAft>
              <a:buSzPts val="1200"/>
              <a:buNone/>
              <a:defRPr sz="1200">
                <a:solidFill>
                  <a:schemeClr val="accent1"/>
                </a:solidFill>
              </a:defRPr>
            </a:lvl4pPr>
            <a:lvl5pPr lvl="4" rtl="0">
              <a:spcBef>
                <a:spcPts val="1000"/>
              </a:spcBef>
              <a:spcAft>
                <a:spcPts val="0"/>
              </a:spcAft>
              <a:buSzPts val="1200"/>
              <a:buNone/>
              <a:defRPr sz="1200">
                <a:solidFill>
                  <a:schemeClr val="accent1"/>
                </a:solidFill>
              </a:defRPr>
            </a:lvl5pPr>
            <a:lvl6pPr lvl="5" rtl="0">
              <a:spcBef>
                <a:spcPts val="1000"/>
              </a:spcBef>
              <a:spcAft>
                <a:spcPts val="0"/>
              </a:spcAft>
              <a:buSzPts val="1200"/>
              <a:buNone/>
              <a:defRPr sz="1200">
                <a:solidFill>
                  <a:schemeClr val="accent1"/>
                </a:solidFill>
              </a:defRPr>
            </a:lvl6pPr>
            <a:lvl7pPr lvl="6" rtl="0">
              <a:spcBef>
                <a:spcPts val="1000"/>
              </a:spcBef>
              <a:spcAft>
                <a:spcPts val="0"/>
              </a:spcAft>
              <a:buSzPts val="1200"/>
              <a:buNone/>
              <a:defRPr sz="1200">
                <a:solidFill>
                  <a:schemeClr val="accent1"/>
                </a:solidFill>
              </a:defRPr>
            </a:lvl7pPr>
            <a:lvl8pPr lvl="7" rtl="0">
              <a:spcBef>
                <a:spcPts val="1000"/>
              </a:spcBef>
              <a:spcAft>
                <a:spcPts val="0"/>
              </a:spcAft>
              <a:buSzPts val="1200"/>
              <a:buNone/>
              <a:defRPr sz="1200">
                <a:solidFill>
                  <a:schemeClr val="accent1"/>
                </a:solidFill>
              </a:defRPr>
            </a:lvl8pPr>
            <a:lvl9pPr lvl="8" rtl="0">
              <a:spcBef>
                <a:spcPts val="1000"/>
              </a:spcBef>
              <a:spcAft>
                <a:spcPts val="1000"/>
              </a:spcAft>
              <a:buSzPts val="1200"/>
              <a:buNone/>
              <a:defRPr sz="1200">
                <a:solidFill>
                  <a:schemeClr val="accent1"/>
                </a:solidFill>
              </a:defRPr>
            </a:lvl9pPr>
          </a:lstStyle>
          <a:p/>
        </p:txBody>
      </p:sp>
      <p:sp>
        <p:nvSpPr>
          <p:cNvPr id="478" name="Google Shape;478;p60"/>
          <p:cNvSpPr txBox="1"/>
          <p:nvPr>
            <p:ph idx="4"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79" name="Google Shape;479;p60"/>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2800"/>
              <a:buNone/>
              <a:defRPr>
                <a:solidFill>
                  <a:schemeClr val="accent1"/>
                </a:solidFill>
              </a:defRPr>
            </a:lvl1pPr>
            <a:lvl2pPr lvl="1" rtl="0">
              <a:spcBef>
                <a:spcPts val="0"/>
              </a:spcBef>
              <a:spcAft>
                <a:spcPts val="0"/>
              </a:spcAft>
              <a:buClr>
                <a:schemeClr val="accent1"/>
              </a:buClr>
              <a:buSzPts val="2800"/>
              <a:buNone/>
              <a:defRPr>
                <a:solidFill>
                  <a:schemeClr val="accent1"/>
                </a:solidFill>
              </a:defRPr>
            </a:lvl2pPr>
            <a:lvl3pPr lvl="2" rtl="0">
              <a:spcBef>
                <a:spcPts val="0"/>
              </a:spcBef>
              <a:spcAft>
                <a:spcPts val="0"/>
              </a:spcAft>
              <a:buClr>
                <a:schemeClr val="accent1"/>
              </a:buClr>
              <a:buSzPts val="2800"/>
              <a:buNone/>
              <a:defRPr>
                <a:solidFill>
                  <a:schemeClr val="accent1"/>
                </a:solidFill>
              </a:defRPr>
            </a:lvl3pPr>
            <a:lvl4pPr lvl="3" rtl="0">
              <a:spcBef>
                <a:spcPts val="0"/>
              </a:spcBef>
              <a:spcAft>
                <a:spcPts val="0"/>
              </a:spcAft>
              <a:buClr>
                <a:schemeClr val="accent1"/>
              </a:buClr>
              <a:buSzPts val="2800"/>
              <a:buNone/>
              <a:defRPr>
                <a:solidFill>
                  <a:schemeClr val="accent1"/>
                </a:solidFill>
              </a:defRPr>
            </a:lvl4pPr>
            <a:lvl5pPr lvl="4" rtl="0">
              <a:spcBef>
                <a:spcPts val="0"/>
              </a:spcBef>
              <a:spcAft>
                <a:spcPts val="0"/>
              </a:spcAft>
              <a:buClr>
                <a:schemeClr val="accent1"/>
              </a:buClr>
              <a:buSzPts val="2800"/>
              <a:buNone/>
              <a:defRPr>
                <a:solidFill>
                  <a:schemeClr val="accent1"/>
                </a:solidFill>
              </a:defRPr>
            </a:lvl5pPr>
            <a:lvl6pPr lvl="5" rtl="0">
              <a:spcBef>
                <a:spcPts val="0"/>
              </a:spcBef>
              <a:spcAft>
                <a:spcPts val="0"/>
              </a:spcAft>
              <a:buClr>
                <a:schemeClr val="accent1"/>
              </a:buClr>
              <a:buSzPts val="2800"/>
              <a:buNone/>
              <a:defRPr>
                <a:solidFill>
                  <a:schemeClr val="accent1"/>
                </a:solidFill>
              </a:defRPr>
            </a:lvl6pPr>
            <a:lvl7pPr lvl="6" rtl="0">
              <a:spcBef>
                <a:spcPts val="0"/>
              </a:spcBef>
              <a:spcAft>
                <a:spcPts val="0"/>
              </a:spcAft>
              <a:buClr>
                <a:schemeClr val="accent1"/>
              </a:buClr>
              <a:buSzPts val="2800"/>
              <a:buNone/>
              <a:defRPr>
                <a:solidFill>
                  <a:schemeClr val="accent1"/>
                </a:solidFill>
              </a:defRPr>
            </a:lvl7pPr>
            <a:lvl8pPr lvl="7" rtl="0">
              <a:spcBef>
                <a:spcPts val="0"/>
              </a:spcBef>
              <a:spcAft>
                <a:spcPts val="0"/>
              </a:spcAft>
              <a:buClr>
                <a:schemeClr val="accent1"/>
              </a:buClr>
              <a:buSzPts val="2800"/>
              <a:buNone/>
              <a:defRPr>
                <a:solidFill>
                  <a:schemeClr val="accent1"/>
                </a:solidFill>
              </a:defRPr>
            </a:lvl8pPr>
            <a:lvl9pPr lvl="8" rtl="0">
              <a:spcBef>
                <a:spcPts val="0"/>
              </a:spcBef>
              <a:spcAft>
                <a:spcPts val="0"/>
              </a:spcAft>
              <a:buClr>
                <a:schemeClr val="accent1"/>
              </a:buClr>
              <a:buSzPts val="2800"/>
              <a:buNone/>
              <a:defRPr>
                <a:solidFill>
                  <a:schemeClr val="accent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_quote">
  <p:cSld name="TITLE_AND_BODY_3_1_1_1_2_1">
    <p:spTree>
      <p:nvGrpSpPr>
        <p:cNvPr id="480" name="Shape 480"/>
        <p:cNvGrpSpPr/>
        <p:nvPr/>
      </p:nvGrpSpPr>
      <p:grpSpPr>
        <a:xfrm>
          <a:off x="0" y="0"/>
          <a:ext cx="0" cy="0"/>
          <a:chOff x="0" y="0"/>
          <a:chExt cx="0" cy="0"/>
        </a:xfrm>
      </p:grpSpPr>
      <p:sp>
        <p:nvSpPr>
          <p:cNvPr id="481" name="Google Shape;481;p61"/>
          <p:cNvSpPr/>
          <p:nvPr/>
        </p:nvSpPr>
        <p:spPr>
          <a:xfrm rot="10800000">
            <a:off x="-8400" y="-8425"/>
            <a:ext cx="9152400" cy="468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26656"/>
              </a:solidFill>
              <a:latin typeface="Inter"/>
              <a:ea typeface="Inter"/>
              <a:cs typeface="Inter"/>
              <a:sym typeface="Inter"/>
            </a:endParaRPr>
          </a:p>
        </p:txBody>
      </p:sp>
      <p:sp>
        <p:nvSpPr>
          <p:cNvPr id="482" name="Google Shape;482;p61"/>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83" name="Google Shape;483;p61"/>
          <p:cNvSpPr txBox="1"/>
          <p:nvPr>
            <p:ph idx="1" type="body"/>
          </p:nvPr>
        </p:nvSpPr>
        <p:spPr>
          <a:xfrm>
            <a:off x="431725" y="1845725"/>
            <a:ext cx="5564100" cy="1904400"/>
          </a:xfrm>
          <a:prstGeom prst="rect">
            <a:avLst/>
          </a:prstGeom>
        </p:spPr>
        <p:txBody>
          <a:bodyPr anchorCtr="0" anchor="t" bIns="0" lIns="0" spcFirstLastPara="1" rIns="0" wrap="square" tIns="0">
            <a:noAutofit/>
          </a:bodyPr>
          <a:lstStyle>
            <a:lvl1pPr indent="-330200" lvl="0" marL="457200" rtl="0">
              <a:spcBef>
                <a:spcPts val="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1pPr>
            <a:lvl2pPr indent="-330200" lvl="1" marL="9144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2pPr>
            <a:lvl3pPr indent="-330200" lvl="2" marL="13716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3pPr>
            <a:lvl4pPr indent="-330200" lvl="3" marL="18288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4pPr>
            <a:lvl5pPr indent="-330200" lvl="4" marL="22860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5pPr>
            <a:lvl6pPr indent="-330200" lvl="5" marL="27432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6pPr>
            <a:lvl7pPr indent="-330200" lvl="6" marL="32004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7pPr>
            <a:lvl8pPr indent="-330200" lvl="7" marL="3657600" rtl="0">
              <a:spcBef>
                <a:spcPts val="1000"/>
              </a:spcBef>
              <a:spcAft>
                <a:spcPts val="0"/>
              </a:spcAft>
              <a:buClr>
                <a:schemeClr val="dk1"/>
              </a:buClr>
              <a:buSzPts val="1600"/>
              <a:buFont typeface="Inter Black"/>
              <a:buChar char="●"/>
              <a:defRPr>
                <a:solidFill>
                  <a:schemeClr val="dk1"/>
                </a:solidFill>
                <a:latin typeface="Inter Black"/>
                <a:ea typeface="Inter Black"/>
                <a:cs typeface="Inter Black"/>
                <a:sym typeface="Inter Black"/>
              </a:defRPr>
            </a:lvl8pPr>
            <a:lvl9pPr indent="-330200" lvl="8" marL="4114800" rtl="0">
              <a:spcBef>
                <a:spcPts val="1000"/>
              </a:spcBef>
              <a:spcAft>
                <a:spcPts val="1000"/>
              </a:spcAft>
              <a:buClr>
                <a:schemeClr val="dk1"/>
              </a:buClr>
              <a:buSzPts val="1600"/>
              <a:buFont typeface="Inter Black"/>
              <a:buChar char="●"/>
              <a:defRPr>
                <a:solidFill>
                  <a:schemeClr val="dk1"/>
                </a:solidFill>
                <a:latin typeface="Inter Black"/>
                <a:ea typeface="Inter Black"/>
                <a:cs typeface="Inter Black"/>
                <a:sym typeface="Inter Black"/>
              </a:defRPr>
            </a:lvl9pPr>
          </a:lstStyle>
          <a:p/>
        </p:txBody>
      </p:sp>
      <p:pic>
        <p:nvPicPr>
          <p:cNvPr id="484" name="Google Shape;484;p61"/>
          <p:cNvPicPr preferRelativeResize="0"/>
          <p:nvPr/>
        </p:nvPicPr>
        <p:blipFill>
          <a:blip r:embed="rId2">
            <a:alphaModFix/>
          </a:blip>
          <a:stretch>
            <a:fillRect/>
          </a:stretch>
        </p:blipFill>
        <p:spPr>
          <a:xfrm>
            <a:off x="431725" y="1401004"/>
            <a:ext cx="278973" cy="278973"/>
          </a:xfrm>
          <a:prstGeom prst="rect">
            <a:avLst/>
          </a:prstGeom>
          <a:noFill/>
          <a:ln>
            <a:noFill/>
          </a:ln>
        </p:spPr>
      </p:pic>
      <p:sp>
        <p:nvSpPr>
          <p:cNvPr id="485" name="Google Shape;485;p61"/>
          <p:cNvSpPr txBox="1"/>
          <p:nvPr>
            <p:ph idx="2" type="subTitle"/>
          </p:nvPr>
        </p:nvSpPr>
        <p:spPr>
          <a:xfrm>
            <a:off x="431725" y="3750125"/>
            <a:ext cx="5564100" cy="279000"/>
          </a:xfrm>
          <a:prstGeom prst="rect">
            <a:avLst/>
          </a:prstGeom>
        </p:spPr>
        <p:txBody>
          <a:bodyPr anchorCtr="0" anchor="t" bIns="0" lIns="0" spcFirstLastPara="1" rIns="0" wrap="square" tIns="0">
            <a:noAutofit/>
          </a:bodyPr>
          <a:lstStyle>
            <a:lvl1pPr lvl="0" rtl="0">
              <a:spcBef>
                <a:spcPts val="0"/>
              </a:spcBef>
              <a:spcAft>
                <a:spcPts val="0"/>
              </a:spcAft>
              <a:buSzPts val="1200"/>
              <a:buNone/>
              <a:defRPr sz="1200">
                <a:solidFill>
                  <a:schemeClr val="accent1"/>
                </a:solidFill>
              </a:defRPr>
            </a:lvl1pPr>
            <a:lvl2pPr lvl="1" rtl="0">
              <a:spcBef>
                <a:spcPts val="1000"/>
              </a:spcBef>
              <a:spcAft>
                <a:spcPts val="0"/>
              </a:spcAft>
              <a:buSzPts val="1200"/>
              <a:buNone/>
              <a:defRPr sz="1200">
                <a:solidFill>
                  <a:schemeClr val="accent1"/>
                </a:solidFill>
              </a:defRPr>
            </a:lvl2pPr>
            <a:lvl3pPr lvl="2" rtl="0">
              <a:spcBef>
                <a:spcPts val="1000"/>
              </a:spcBef>
              <a:spcAft>
                <a:spcPts val="0"/>
              </a:spcAft>
              <a:buSzPts val="1200"/>
              <a:buNone/>
              <a:defRPr sz="1200">
                <a:solidFill>
                  <a:schemeClr val="accent1"/>
                </a:solidFill>
              </a:defRPr>
            </a:lvl3pPr>
            <a:lvl4pPr lvl="3" rtl="0">
              <a:spcBef>
                <a:spcPts val="1000"/>
              </a:spcBef>
              <a:spcAft>
                <a:spcPts val="0"/>
              </a:spcAft>
              <a:buSzPts val="1200"/>
              <a:buNone/>
              <a:defRPr sz="1200">
                <a:solidFill>
                  <a:schemeClr val="accent1"/>
                </a:solidFill>
              </a:defRPr>
            </a:lvl4pPr>
            <a:lvl5pPr lvl="4" rtl="0">
              <a:spcBef>
                <a:spcPts val="1000"/>
              </a:spcBef>
              <a:spcAft>
                <a:spcPts val="0"/>
              </a:spcAft>
              <a:buSzPts val="1200"/>
              <a:buNone/>
              <a:defRPr sz="1200">
                <a:solidFill>
                  <a:schemeClr val="accent1"/>
                </a:solidFill>
              </a:defRPr>
            </a:lvl5pPr>
            <a:lvl6pPr lvl="5" rtl="0">
              <a:spcBef>
                <a:spcPts val="1000"/>
              </a:spcBef>
              <a:spcAft>
                <a:spcPts val="0"/>
              </a:spcAft>
              <a:buSzPts val="1200"/>
              <a:buNone/>
              <a:defRPr sz="1200">
                <a:solidFill>
                  <a:schemeClr val="accent1"/>
                </a:solidFill>
              </a:defRPr>
            </a:lvl6pPr>
            <a:lvl7pPr lvl="6" rtl="0">
              <a:spcBef>
                <a:spcPts val="1000"/>
              </a:spcBef>
              <a:spcAft>
                <a:spcPts val="0"/>
              </a:spcAft>
              <a:buSzPts val="1200"/>
              <a:buNone/>
              <a:defRPr sz="1200">
                <a:solidFill>
                  <a:schemeClr val="accent1"/>
                </a:solidFill>
              </a:defRPr>
            </a:lvl7pPr>
            <a:lvl8pPr lvl="7" rtl="0">
              <a:spcBef>
                <a:spcPts val="1000"/>
              </a:spcBef>
              <a:spcAft>
                <a:spcPts val="0"/>
              </a:spcAft>
              <a:buSzPts val="1200"/>
              <a:buNone/>
              <a:defRPr sz="1200">
                <a:solidFill>
                  <a:schemeClr val="accent1"/>
                </a:solidFill>
              </a:defRPr>
            </a:lvl8pPr>
            <a:lvl9pPr lvl="8" rtl="0">
              <a:spcBef>
                <a:spcPts val="1000"/>
              </a:spcBef>
              <a:spcAft>
                <a:spcPts val="1000"/>
              </a:spcAft>
              <a:buSzPts val="1200"/>
              <a:buNone/>
              <a:defRPr sz="1200">
                <a:solidFill>
                  <a:schemeClr val="accent1"/>
                </a:solidFill>
              </a:defRPr>
            </a:lvl9pPr>
          </a:lstStyle>
          <a:p/>
        </p:txBody>
      </p:sp>
      <p:sp>
        <p:nvSpPr>
          <p:cNvPr id="486" name="Google Shape;486;p61"/>
          <p:cNvSpPr txBox="1"/>
          <p:nvPr>
            <p:ph idx="3"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87" name="Google Shape;487;p61"/>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2800"/>
              <a:buNone/>
              <a:defRPr>
                <a:solidFill>
                  <a:schemeClr val="accent1"/>
                </a:solidFill>
              </a:defRPr>
            </a:lvl1pPr>
            <a:lvl2pPr lvl="1" rtl="0">
              <a:spcBef>
                <a:spcPts val="0"/>
              </a:spcBef>
              <a:spcAft>
                <a:spcPts val="0"/>
              </a:spcAft>
              <a:buClr>
                <a:schemeClr val="accent1"/>
              </a:buClr>
              <a:buSzPts val="2800"/>
              <a:buNone/>
              <a:defRPr>
                <a:solidFill>
                  <a:schemeClr val="accent1"/>
                </a:solidFill>
              </a:defRPr>
            </a:lvl2pPr>
            <a:lvl3pPr lvl="2" rtl="0">
              <a:spcBef>
                <a:spcPts val="0"/>
              </a:spcBef>
              <a:spcAft>
                <a:spcPts val="0"/>
              </a:spcAft>
              <a:buClr>
                <a:schemeClr val="accent1"/>
              </a:buClr>
              <a:buSzPts val="2800"/>
              <a:buNone/>
              <a:defRPr>
                <a:solidFill>
                  <a:schemeClr val="accent1"/>
                </a:solidFill>
              </a:defRPr>
            </a:lvl3pPr>
            <a:lvl4pPr lvl="3" rtl="0">
              <a:spcBef>
                <a:spcPts val="0"/>
              </a:spcBef>
              <a:spcAft>
                <a:spcPts val="0"/>
              </a:spcAft>
              <a:buClr>
                <a:schemeClr val="accent1"/>
              </a:buClr>
              <a:buSzPts val="2800"/>
              <a:buNone/>
              <a:defRPr>
                <a:solidFill>
                  <a:schemeClr val="accent1"/>
                </a:solidFill>
              </a:defRPr>
            </a:lvl4pPr>
            <a:lvl5pPr lvl="4" rtl="0">
              <a:spcBef>
                <a:spcPts val="0"/>
              </a:spcBef>
              <a:spcAft>
                <a:spcPts val="0"/>
              </a:spcAft>
              <a:buClr>
                <a:schemeClr val="accent1"/>
              </a:buClr>
              <a:buSzPts val="2800"/>
              <a:buNone/>
              <a:defRPr>
                <a:solidFill>
                  <a:schemeClr val="accent1"/>
                </a:solidFill>
              </a:defRPr>
            </a:lvl5pPr>
            <a:lvl6pPr lvl="5" rtl="0">
              <a:spcBef>
                <a:spcPts val="0"/>
              </a:spcBef>
              <a:spcAft>
                <a:spcPts val="0"/>
              </a:spcAft>
              <a:buClr>
                <a:schemeClr val="accent1"/>
              </a:buClr>
              <a:buSzPts val="2800"/>
              <a:buNone/>
              <a:defRPr>
                <a:solidFill>
                  <a:schemeClr val="accent1"/>
                </a:solidFill>
              </a:defRPr>
            </a:lvl6pPr>
            <a:lvl7pPr lvl="6" rtl="0">
              <a:spcBef>
                <a:spcPts val="0"/>
              </a:spcBef>
              <a:spcAft>
                <a:spcPts val="0"/>
              </a:spcAft>
              <a:buClr>
                <a:schemeClr val="accent1"/>
              </a:buClr>
              <a:buSzPts val="2800"/>
              <a:buNone/>
              <a:defRPr>
                <a:solidFill>
                  <a:schemeClr val="accent1"/>
                </a:solidFill>
              </a:defRPr>
            </a:lvl7pPr>
            <a:lvl8pPr lvl="7" rtl="0">
              <a:spcBef>
                <a:spcPts val="0"/>
              </a:spcBef>
              <a:spcAft>
                <a:spcPts val="0"/>
              </a:spcAft>
              <a:buClr>
                <a:schemeClr val="accent1"/>
              </a:buClr>
              <a:buSzPts val="2800"/>
              <a:buNone/>
              <a:defRPr>
                <a:solidFill>
                  <a:schemeClr val="accent1"/>
                </a:solidFill>
              </a:defRPr>
            </a:lvl8pPr>
            <a:lvl9pPr lvl="8" rtl="0">
              <a:spcBef>
                <a:spcPts val="0"/>
              </a:spcBef>
              <a:spcAft>
                <a:spcPts val="0"/>
              </a:spcAft>
              <a:buClr>
                <a:schemeClr val="accent1"/>
              </a:buClr>
              <a:buSzPts val="2800"/>
              <a:buNone/>
              <a:defRPr>
                <a:solidFill>
                  <a:schemeClr val="accent1"/>
                </a:solidFil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_1 big number">
  <p:cSld name="BIG_NUMBER_3">
    <p:spTree>
      <p:nvGrpSpPr>
        <p:cNvPr id="488" name="Shape 488"/>
        <p:cNvGrpSpPr/>
        <p:nvPr/>
      </p:nvGrpSpPr>
      <p:grpSpPr>
        <a:xfrm>
          <a:off x="0" y="0"/>
          <a:ext cx="0" cy="0"/>
          <a:chOff x="0" y="0"/>
          <a:chExt cx="0" cy="0"/>
        </a:xfrm>
      </p:grpSpPr>
      <p:sp>
        <p:nvSpPr>
          <p:cNvPr id="489" name="Google Shape;489;p62"/>
          <p:cNvSpPr txBox="1"/>
          <p:nvPr>
            <p:ph hasCustomPrompt="1" type="title"/>
          </p:nvPr>
        </p:nvSpPr>
        <p:spPr>
          <a:xfrm>
            <a:off x="431700" y="1765850"/>
            <a:ext cx="8280600" cy="19635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1"/>
              </a:buClr>
              <a:buSzPts val="14500"/>
              <a:buNone/>
              <a:defRPr sz="14500">
                <a:solidFill>
                  <a:schemeClr val="accent1"/>
                </a:solidFill>
              </a:defRPr>
            </a:lvl1pPr>
            <a:lvl2pPr lvl="1" rtl="0" algn="ctr">
              <a:spcBef>
                <a:spcPts val="0"/>
              </a:spcBef>
              <a:spcAft>
                <a:spcPts val="0"/>
              </a:spcAft>
              <a:buClr>
                <a:schemeClr val="accent1"/>
              </a:buClr>
              <a:buSzPts val="14500"/>
              <a:buNone/>
              <a:defRPr sz="14500">
                <a:solidFill>
                  <a:schemeClr val="accent1"/>
                </a:solidFill>
              </a:defRPr>
            </a:lvl2pPr>
            <a:lvl3pPr lvl="2" rtl="0" algn="ctr">
              <a:spcBef>
                <a:spcPts val="0"/>
              </a:spcBef>
              <a:spcAft>
                <a:spcPts val="0"/>
              </a:spcAft>
              <a:buClr>
                <a:schemeClr val="accent1"/>
              </a:buClr>
              <a:buSzPts val="14500"/>
              <a:buNone/>
              <a:defRPr sz="14500">
                <a:solidFill>
                  <a:schemeClr val="accent1"/>
                </a:solidFill>
              </a:defRPr>
            </a:lvl3pPr>
            <a:lvl4pPr lvl="3" rtl="0" algn="ctr">
              <a:spcBef>
                <a:spcPts val="0"/>
              </a:spcBef>
              <a:spcAft>
                <a:spcPts val="0"/>
              </a:spcAft>
              <a:buClr>
                <a:schemeClr val="accent1"/>
              </a:buClr>
              <a:buSzPts val="14500"/>
              <a:buNone/>
              <a:defRPr sz="14500">
                <a:solidFill>
                  <a:schemeClr val="accent1"/>
                </a:solidFill>
              </a:defRPr>
            </a:lvl4pPr>
            <a:lvl5pPr lvl="4" rtl="0" algn="ctr">
              <a:spcBef>
                <a:spcPts val="0"/>
              </a:spcBef>
              <a:spcAft>
                <a:spcPts val="0"/>
              </a:spcAft>
              <a:buClr>
                <a:schemeClr val="accent1"/>
              </a:buClr>
              <a:buSzPts val="14500"/>
              <a:buNone/>
              <a:defRPr sz="14500">
                <a:solidFill>
                  <a:schemeClr val="accent1"/>
                </a:solidFill>
              </a:defRPr>
            </a:lvl5pPr>
            <a:lvl6pPr lvl="5" rtl="0" algn="ctr">
              <a:spcBef>
                <a:spcPts val="0"/>
              </a:spcBef>
              <a:spcAft>
                <a:spcPts val="0"/>
              </a:spcAft>
              <a:buClr>
                <a:schemeClr val="accent1"/>
              </a:buClr>
              <a:buSzPts val="14500"/>
              <a:buNone/>
              <a:defRPr sz="14500">
                <a:solidFill>
                  <a:schemeClr val="accent1"/>
                </a:solidFill>
              </a:defRPr>
            </a:lvl6pPr>
            <a:lvl7pPr lvl="6" rtl="0" algn="ctr">
              <a:spcBef>
                <a:spcPts val="0"/>
              </a:spcBef>
              <a:spcAft>
                <a:spcPts val="0"/>
              </a:spcAft>
              <a:buClr>
                <a:schemeClr val="accent1"/>
              </a:buClr>
              <a:buSzPts val="14500"/>
              <a:buNone/>
              <a:defRPr sz="14500">
                <a:solidFill>
                  <a:schemeClr val="accent1"/>
                </a:solidFill>
              </a:defRPr>
            </a:lvl7pPr>
            <a:lvl8pPr lvl="7" rtl="0" algn="ctr">
              <a:spcBef>
                <a:spcPts val="0"/>
              </a:spcBef>
              <a:spcAft>
                <a:spcPts val="0"/>
              </a:spcAft>
              <a:buClr>
                <a:schemeClr val="accent1"/>
              </a:buClr>
              <a:buSzPts val="14500"/>
              <a:buNone/>
              <a:defRPr sz="14500">
                <a:solidFill>
                  <a:schemeClr val="accent1"/>
                </a:solidFill>
              </a:defRPr>
            </a:lvl8pPr>
            <a:lvl9pPr lvl="8" rtl="0" algn="ctr">
              <a:spcBef>
                <a:spcPts val="0"/>
              </a:spcBef>
              <a:spcAft>
                <a:spcPts val="0"/>
              </a:spcAft>
              <a:buClr>
                <a:schemeClr val="accent1"/>
              </a:buClr>
              <a:buSzPts val="14500"/>
              <a:buNone/>
              <a:defRPr sz="14500">
                <a:solidFill>
                  <a:schemeClr val="accent1"/>
                </a:solidFill>
              </a:defRPr>
            </a:lvl9pPr>
          </a:lstStyle>
          <a:p>
            <a:r>
              <a:t>xx%</a:t>
            </a:r>
          </a:p>
        </p:txBody>
      </p:sp>
      <p:sp>
        <p:nvSpPr>
          <p:cNvPr id="490" name="Google Shape;490;p62"/>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91" name="Google Shape;491;p62"/>
          <p:cNvSpPr txBox="1"/>
          <p:nvPr>
            <p:ph idx="1"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92" name="Google Shape;492;p62"/>
          <p:cNvSpPr txBox="1"/>
          <p:nvPr>
            <p:ph idx="2"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_1 big number, subtitle">
  <p:cSld name="BIG_NUMBER_1_1">
    <p:spTree>
      <p:nvGrpSpPr>
        <p:cNvPr id="493" name="Shape 493"/>
        <p:cNvGrpSpPr/>
        <p:nvPr/>
      </p:nvGrpSpPr>
      <p:grpSpPr>
        <a:xfrm>
          <a:off x="0" y="0"/>
          <a:ext cx="0" cy="0"/>
          <a:chOff x="0" y="0"/>
          <a:chExt cx="0" cy="0"/>
        </a:xfrm>
      </p:grpSpPr>
      <p:sp>
        <p:nvSpPr>
          <p:cNvPr id="494" name="Google Shape;494;p63"/>
          <p:cNvSpPr txBox="1"/>
          <p:nvPr>
            <p:ph hasCustomPrompt="1" type="title"/>
          </p:nvPr>
        </p:nvSpPr>
        <p:spPr>
          <a:xfrm>
            <a:off x="431725" y="1449325"/>
            <a:ext cx="8280600" cy="19635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1"/>
              </a:buClr>
              <a:buSzPts val="14500"/>
              <a:buNone/>
              <a:defRPr sz="14500">
                <a:solidFill>
                  <a:schemeClr val="accent1"/>
                </a:solidFill>
              </a:defRPr>
            </a:lvl1pPr>
            <a:lvl2pPr lvl="1" rtl="0" algn="ctr">
              <a:spcBef>
                <a:spcPts val="0"/>
              </a:spcBef>
              <a:spcAft>
                <a:spcPts val="0"/>
              </a:spcAft>
              <a:buClr>
                <a:schemeClr val="accent1"/>
              </a:buClr>
              <a:buSzPts val="14500"/>
              <a:buNone/>
              <a:defRPr sz="14500">
                <a:solidFill>
                  <a:schemeClr val="accent1"/>
                </a:solidFill>
              </a:defRPr>
            </a:lvl2pPr>
            <a:lvl3pPr lvl="2" rtl="0" algn="ctr">
              <a:spcBef>
                <a:spcPts val="0"/>
              </a:spcBef>
              <a:spcAft>
                <a:spcPts val="0"/>
              </a:spcAft>
              <a:buClr>
                <a:schemeClr val="accent1"/>
              </a:buClr>
              <a:buSzPts val="14500"/>
              <a:buNone/>
              <a:defRPr sz="14500">
                <a:solidFill>
                  <a:schemeClr val="accent1"/>
                </a:solidFill>
              </a:defRPr>
            </a:lvl3pPr>
            <a:lvl4pPr lvl="3" rtl="0" algn="ctr">
              <a:spcBef>
                <a:spcPts val="0"/>
              </a:spcBef>
              <a:spcAft>
                <a:spcPts val="0"/>
              </a:spcAft>
              <a:buClr>
                <a:schemeClr val="accent1"/>
              </a:buClr>
              <a:buSzPts val="14500"/>
              <a:buNone/>
              <a:defRPr sz="14500">
                <a:solidFill>
                  <a:schemeClr val="accent1"/>
                </a:solidFill>
              </a:defRPr>
            </a:lvl4pPr>
            <a:lvl5pPr lvl="4" rtl="0" algn="ctr">
              <a:spcBef>
                <a:spcPts val="0"/>
              </a:spcBef>
              <a:spcAft>
                <a:spcPts val="0"/>
              </a:spcAft>
              <a:buClr>
                <a:schemeClr val="accent1"/>
              </a:buClr>
              <a:buSzPts val="14500"/>
              <a:buNone/>
              <a:defRPr sz="14500">
                <a:solidFill>
                  <a:schemeClr val="accent1"/>
                </a:solidFill>
              </a:defRPr>
            </a:lvl5pPr>
            <a:lvl6pPr lvl="5" rtl="0" algn="ctr">
              <a:spcBef>
                <a:spcPts val="0"/>
              </a:spcBef>
              <a:spcAft>
                <a:spcPts val="0"/>
              </a:spcAft>
              <a:buClr>
                <a:schemeClr val="accent1"/>
              </a:buClr>
              <a:buSzPts val="14500"/>
              <a:buNone/>
              <a:defRPr sz="14500">
                <a:solidFill>
                  <a:schemeClr val="accent1"/>
                </a:solidFill>
              </a:defRPr>
            </a:lvl6pPr>
            <a:lvl7pPr lvl="6" rtl="0" algn="ctr">
              <a:spcBef>
                <a:spcPts val="0"/>
              </a:spcBef>
              <a:spcAft>
                <a:spcPts val="0"/>
              </a:spcAft>
              <a:buClr>
                <a:schemeClr val="accent1"/>
              </a:buClr>
              <a:buSzPts val="14500"/>
              <a:buNone/>
              <a:defRPr sz="14500">
                <a:solidFill>
                  <a:schemeClr val="accent1"/>
                </a:solidFill>
              </a:defRPr>
            </a:lvl7pPr>
            <a:lvl8pPr lvl="7" rtl="0" algn="ctr">
              <a:spcBef>
                <a:spcPts val="0"/>
              </a:spcBef>
              <a:spcAft>
                <a:spcPts val="0"/>
              </a:spcAft>
              <a:buClr>
                <a:schemeClr val="accent1"/>
              </a:buClr>
              <a:buSzPts val="14500"/>
              <a:buNone/>
              <a:defRPr sz="14500">
                <a:solidFill>
                  <a:schemeClr val="accent1"/>
                </a:solidFill>
              </a:defRPr>
            </a:lvl8pPr>
            <a:lvl9pPr lvl="8" rtl="0" algn="ctr">
              <a:spcBef>
                <a:spcPts val="0"/>
              </a:spcBef>
              <a:spcAft>
                <a:spcPts val="0"/>
              </a:spcAft>
              <a:buClr>
                <a:schemeClr val="accent1"/>
              </a:buClr>
              <a:buSzPts val="14500"/>
              <a:buNone/>
              <a:defRPr sz="14500">
                <a:solidFill>
                  <a:schemeClr val="accent1"/>
                </a:solidFill>
              </a:defRPr>
            </a:lvl9pPr>
          </a:lstStyle>
          <a:p>
            <a:r>
              <a:t>xx%</a:t>
            </a:r>
          </a:p>
        </p:txBody>
      </p:sp>
      <p:sp>
        <p:nvSpPr>
          <p:cNvPr id="495" name="Google Shape;495;p63"/>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96" name="Google Shape;496;p63"/>
          <p:cNvSpPr txBox="1"/>
          <p:nvPr>
            <p:ph idx="1" type="subTitle"/>
          </p:nvPr>
        </p:nvSpPr>
        <p:spPr>
          <a:xfrm>
            <a:off x="2048150" y="3725275"/>
            <a:ext cx="5047800" cy="664200"/>
          </a:xfrm>
          <a:prstGeom prst="rect">
            <a:avLst/>
          </a:prstGeom>
        </p:spPr>
        <p:txBody>
          <a:bodyPr anchorCtr="0" anchor="t" bIns="0" lIns="0" spcFirstLastPara="1" rIns="0" wrap="square" tIns="0">
            <a:noAutofit/>
          </a:bodyPr>
          <a:lstStyle>
            <a:lvl1pPr lvl="0" rtl="0" algn="ctr">
              <a:spcBef>
                <a:spcPts val="0"/>
              </a:spcBef>
              <a:spcAft>
                <a:spcPts val="0"/>
              </a:spcAft>
              <a:buSzPts val="1600"/>
              <a:buNone/>
              <a:defRPr b="1"/>
            </a:lvl1pPr>
            <a:lvl2pPr lvl="1" rtl="0" algn="ctr">
              <a:spcBef>
                <a:spcPts val="1000"/>
              </a:spcBef>
              <a:spcAft>
                <a:spcPts val="0"/>
              </a:spcAft>
              <a:buSzPts val="1600"/>
              <a:buNone/>
              <a:defRPr b="1"/>
            </a:lvl2pPr>
            <a:lvl3pPr lvl="2" rtl="0" algn="ctr">
              <a:spcBef>
                <a:spcPts val="1000"/>
              </a:spcBef>
              <a:spcAft>
                <a:spcPts val="0"/>
              </a:spcAft>
              <a:buSzPts val="1600"/>
              <a:buNone/>
              <a:defRPr b="1"/>
            </a:lvl3pPr>
            <a:lvl4pPr lvl="3" rtl="0" algn="ctr">
              <a:spcBef>
                <a:spcPts val="1000"/>
              </a:spcBef>
              <a:spcAft>
                <a:spcPts val="0"/>
              </a:spcAft>
              <a:buSzPts val="1600"/>
              <a:buNone/>
              <a:defRPr b="1"/>
            </a:lvl4pPr>
            <a:lvl5pPr lvl="4" rtl="0" algn="ctr">
              <a:spcBef>
                <a:spcPts val="1000"/>
              </a:spcBef>
              <a:spcAft>
                <a:spcPts val="0"/>
              </a:spcAft>
              <a:buSzPts val="1600"/>
              <a:buNone/>
              <a:defRPr b="1"/>
            </a:lvl5pPr>
            <a:lvl6pPr lvl="5" rtl="0" algn="ctr">
              <a:spcBef>
                <a:spcPts val="1000"/>
              </a:spcBef>
              <a:spcAft>
                <a:spcPts val="0"/>
              </a:spcAft>
              <a:buSzPts val="1600"/>
              <a:buNone/>
              <a:defRPr b="1"/>
            </a:lvl6pPr>
            <a:lvl7pPr lvl="6" rtl="0" algn="ctr">
              <a:spcBef>
                <a:spcPts val="1000"/>
              </a:spcBef>
              <a:spcAft>
                <a:spcPts val="0"/>
              </a:spcAft>
              <a:buSzPts val="1600"/>
              <a:buNone/>
              <a:defRPr b="1"/>
            </a:lvl7pPr>
            <a:lvl8pPr lvl="7" rtl="0" algn="ctr">
              <a:spcBef>
                <a:spcPts val="1000"/>
              </a:spcBef>
              <a:spcAft>
                <a:spcPts val="0"/>
              </a:spcAft>
              <a:buSzPts val="1600"/>
              <a:buNone/>
              <a:defRPr b="1"/>
            </a:lvl8pPr>
            <a:lvl9pPr lvl="8" rtl="0" algn="ctr">
              <a:spcBef>
                <a:spcPts val="1000"/>
              </a:spcBef>
              <a:spcAft>
                <a:spcPts val="1000"/>
              </a:spcAft>
              <a:buSzPts val="1600"/>
              <a:buNone/>
              <a:defRPr b="1"/>
            </a:lvl9pPr>
          </a:lstStyle>
          <a:p/>
        </p:txBody>
      </p:sp>
      <p:sp>
        <p:nvSpPr>
          <p:cNvPr id="497" name="Google Shape;497;p63"/>
          <p:cNvSpPr txBox="1"/>
          <p:nvPr>
            <p:ph idx="2"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498" name="Google Shape;498;p63"/>
          <p:cNvSpPr txBox="1"/>
          <p:nvPr>
            <p:ph idx="3"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_1 big number, subtitle, body">
  <p:cSld name="SECTION_TITLE_AND_DESCRIPTION_1_3_1">
    <p:spTree>
      <p:nvGrpSpPr>
        <p:cNvPr id="499" name="Shape 499"/>
        <p:cNvGrpSpPr/>
        <p:nvPr/>
      </p:nvGrpSpPr>
      <p:grpSpPr>
        <a:xfrm>
          <a:off x="0" y="0"/>
          <a:ext cx="0" cy="0"/>
          <a:chOff x="0" y="0"/>
          <a:chExt cx="0" cy="0"/>
        </a:xfrm>
      </p:grpSpPr>
      <p:sp>
        <p:nvSpPr>
          <p:cNvPr id="500" name="Google Shape;500;p64"/>
          <p:cNvSpPr/>
          <p:nvPr/>
        </p:nvSpPr>
        <p:spPr>
          <a:xfrm flipH="1">
            <a:off x="200" y="-125"/>
            <a:ext cx="31368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501" name="Google Shape;501;p64"/>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502" name="Google Shape;502;p64"/>
          <p:cNvPicPr preferRelativeResize="0"/>
          <p:nvPr/>
        </p:nvPicPr>
        <p:blipFill rotWithShape="1">
          <a:blip r:embed="rId2">
            <a:alphaModFix/>
          </a:blip>
          <a:srcRect b="1428" l="0" r="0" t="1428"/>
          <a:stretch/>
        </p:blipFill>
        <p:spPr>
          <a:xfrm>
            <a:off x="311700" y="4681475"/>
            <a:ext cx="1371602" cy="507491"/>
          </a:xfrm>
          <a:prstGeom prst="rect">
            <a:avLst/>
          </a:prstGeom>
          <a:noFill/>
          <a:ln>
            <a:noFill/>
          </a:ln>
        </p:spPr>
      </p:pic>
      <p:sp>
        <p:nvSpPr>
          <p:cNvPr id="503" name="Google Shape;503;p64"/>
          <p:cNvSpPr txBox="1"/>
          <p:nvPr>
            <p:ph hasCustomPrompt="1" type="title"/>
          </p:nvPr>
        </p:nvSpPr>
        <p:spPr>
          <a:xfrm>
            <a:off x="3685900" y="357450"/>
            <a:ext cx="5090700" cy="19482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11000"/>
              <a:buNone/>
              <a:defRPr sz="11000">
                <a:solidFill>
                  <a:schemeClr val="accent1"/>
                </a:solidFill>
              </a:defRPr>
            </a:lvl1pPr>
            <a:lvl2pPr lvl="1" rtl="0">
              <a:spcBef>
                <a:spcPts val="0"/>
              </a:spcBef>
              <a:spcAft>
                <a:spcPts val="0"/>
              </a:spcAft>
              <a:buClr>
                <a:schemeClr val="accent1"/>
              </a:buClr>
              <a:buSzPts val="11000"/>
              <a:buNone/>
              <a:defRPr sz="11000">
                <a:solidFill>
                  <a:schemeClr val="accent1"/>
                </a:solidFill>
              </a:defRPr>
            </a:lvl2pPr>
            <a:lvl3pPr lvl="2" rtl="0">
              <a:spcBef>
                <a:spcPts val="0"/>
              </a:spcBef>
              <a:spcAft>
                <a:spcPts val="0"/>
              </a:spcAft>
              <a:buClr>
                <a:schemeClr val="accent1"/>
              </a:buClr>
              <a:buSzPts val="11000"/>
              <a:buNone/>
              <a:defRPr sz="11000">
                <a:solidFill>
                  <a:schemeClr val="accent1"/>
                </a:solidFill>
              </a:defRPr>
            </a:lvl3pPr>
            <a:lvl4pPr lvl="3" rtl="0">
              <a:spcBef>
                <a:spcPts val="0"/>
              </a:spcBef>
              <a:spcAft>
                <a:spcPts val="0"/>
              </a:spcAft>
              <a:buClr>
                <a:schemeClr val="accent1"/>
              </a:buClr>
              <a:buSzPts val="11000"/>
              <a:buNone/>
              <a:defRPr sz="11000">
                <a:solidFill>
                  <a:schemeClr val="accent1"/>
                </a:solidFill>
              </a:defRPr>
            </a:lvl4pPr>
            <a:lvl5pPr lvl="4" rtl="0">
              <a:spcBef>
                <a:spcPts val="0"/>
              </a:spcBef>
              <a:spcAft>
                <a:spcPts val="0"/>
              </a:spcAft>
              <a:buClr>
                <a:schemeClr val="accent1"/>
              </a:buClr>
              <a:buSzPts val="11000"/>
              <a:buNone/>
              <a:defRPr sz="11000">
                <a:solidFill>
                  <a:schemeClr val="accent1"/>
                </a:solidFill>
              </a:defRPr>
            </a:lvl5pPr>
            <a:lvl6pPr lvl="5" rtl="0">
              <a:spcBef>
                <a:spcPts val="0"/>
              </a:spcBef>
              <a:spcAft>
                <a:spcPts val="0"/>
              </a:spcAft>
              <a:buClr>
                <a:schemeClr val="accent1"/>
              </a:buClr>
              <a:buSzPts val="11000"/>
              <a:buNone/>
              <a:defRPr sz="11000">
                <a:solidFill>
                  <a:schemeClr val="accent1"/>
                </a:solidFill>
              </a:defRPr>
            </a:lvl6pPr>
            <a:lvl7pPr lvl="6" rtl="0">
              <a:spcBef>
                <a:spcPts val="0"/>
              </a:spcBef>
              <a:spcAft>
                <a:spcPts val="0"/>
              </a:spcAft>
              <a:buClr>
                <a:schemeClr val="accent1"/>
              </a:buClr>
              <a:buSzPts val="11000"/>
              <a:buNone/>
              <a:defRPr sz="11000">
                <a:solidFill>
                  <a:schemeClr val="accent1"/>
                </a:solidFill>
              </a:defRPr>
            </a:lvl7pPr>
            <a:lvl8pPr lvl="7" rtl="0">
              <a:spcBef>
                <a:spcPts val="0"/>
              </a:spcBef>
              <a:spcAft>
                <a:spcPts val="0"/>
              </a:spcAft>
              <a:buClr>
                <a:schemeClr val="accent1"/>
              </a:buClr>
              <a:buSzPts val="11000"/>
              <a:buNone/>
              <a:defRPr sz="11000">
                <a:solidFill>
                  <a:schemeClr val="accent1"/>
                </a:solidFill>
              </a:defRPr>
            </a:lvl8pPr>
            <a:lvl9pPr lvl="8" rtl="0">
              <a:spcBef>
                <a:spcPts val="0"/>
              </a:spcBef>
              <a:spcAft>
                <a:spcPts val="0"/>
              </a:spcAft>
              <a:buClr>
                <a:schemeClr val="accent1"/>
              </a:buClr>
              <a:buSzPts val="11000"/>
              <a:buNone/>
              <a:defRPr sz="11000">
                <a:solidFill>
                  <a:schemeClr val="accent1"/>
                </a:solidFill>
              </a:defRPr>
            </a:lvl9pPr>
          </a:lstStyle>
          <a:p>
            <a:r>
              <a:t>xx%</a:t>
            </a:r>
          </a:p>
        </p:txBody>
      </p:sp>
      <p:sp>
        <p:nvSpPr>
          <p:cNvPr id="504" name="Google Shape;504;p64"/>
          <p:cNvSpPr txBox="1"/>
          <p:nvPr>
            <p:ph idx="1" type="body"/>
          </p:nvPr>
        </p:nvSpPr>
        <p:spPr>
          <a:xfrm>
            <a:off x="3685900" y="2927925"/>
            <a:ext cx="5090700" cy="17535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sz="1600"/>
            </a:lvl1pPr>
            <a:lvl2pPr indent="-330200" lvl="1" marL="914400" rtl="0">
              <a:spcBef>
                <a:spcPts val="1000"/>
              </a:spcBef>
              <a:spcAft>
                <a:spcPts val="0"/>
              </a:spcAft>
              <a:buSzPts val="1600"/>
              <a:buChar char="●"/>
              <a:defRPr/>
            </a:lvl2pPr>
            <a:lvl3pPr indent="-330200" lvl="2" marL="1371600" rtl="0">
              <a:spcBef>
                <a:spcPts val="1000"/>
              </a:spcBef>
              <a:spcAft>
                <a:spcPts val="0"/>
              </a:spcAft>
              <a:buSzPts val="1600"/>
              <a:buChar char="●"/>
              <a:defRPr/>
            </a:lvl3pPr>
            <a:lvl4pPr indent="-330200" lvl="3" marL="1828800" rtl="0">
              <a:spcBef>
                <a:spcPts val="1000"/>
              </a:spcBef>
              <a:spcAft>
                <a:spcPts val="0"/>
              </a:spcAft>
              <a:buSzPts val="1600"/>
              <a:buChar char="●"/>
              <a:defRPr/>
            </a:lvl4pPr>
            <a:lvl5pPr indent="-330200" lvl="4" marL="2286000" rtl="0">
              <a:spcBef>
                <a:spcPts val="1000"/>
              </a:spcBef>
              <a:spcAft>
                <a:spcPts val="0"/>
              </a:spcAft>
              <a:buSzPts val="1600"/>
              <a:buChar char="●"/>
              <a:defRPr/>
            </a:lvl5pPr>
            <a:lvl6pPr indent="-330200" lvl="5" marL="2743200" rtl="0">
              <a:spcBef>
                <a:spcPts val="1000"/>
              </a:spcBef>
              <a:spcAft>
                <a:spcPts val="0"/>
              </a:spcAft>
              <a:buSzPts val="1600"/>
              <a:buChar char="●"/>
              <a:defRPr/>
            </a:lvl6pPr>
            <a:lvl7pPr indent="-330200" lvl="6" marL="3200400" rtl="0">
              <a:spcBef>
                <a:spcPts val="1000"/>
              </a:spcBef>
              <a:spcAft>
                <a:spcPts val="0"/>
              </a:spcAft>
              <a:buSzPts val="1600"/>
              <a:buChar char="●"/>
              <a:defRPr/>
            </a:lvl7pPr>
            <a:lvl8pPr indent="-330200" lvl="7" marL="3657600" rtl="0">
              <a:spcBef>
                <a:spcPts val="1000"/>
              </a:spcBef>
              <a:spcAft>
                <a:spcPts val="0"/>
              </a:spcAft>
              <a:buSzPts val="1600"/>
              <a:buChar char="●"/>
              <a:defRPr/>
            </a:lvl8pPr>
            <a:lvl9pPr indent="-330200" lvl="8" marL="4114800" rtl="0">
              <a:spcBef>
                <a:spcPts val="1000"/>
              </a:spcBef>
              <a:spcAft>
                <a:spcPts val="1000"/>
              </a:spcAft>
              <a:buSzPts val="1600"/>
              <a:buChar char="●"/>
              <a:defRPr/>
            </a:lvl9pPr>
          </a:lstStyle>
          <a:p/>
        </p:txBody>
      </p:sp>
      <p:sp>
        <p:nvSpPr>
          <p:cNvPr id="505" name="Google Shape;505;p64"/>
          <p:cNvSpPr txBox="1"/>
          <p:nvPr>
            <p:ph idx="2" type="subTitle"/>
          </p:nvPr>
        </p:nvSpPr>
        <p:spPr>
          <a:xfrm>
            <a:off x="3683550" y="2473350"/>
            <a:ext cx="5090700" cy="321000"/>
          </a:xfrm>
          <a:prstGeom prst="rect">
            <a:avLst/>
          </a:prstGeom>
        </p:spPr>
        <p:txBody>
          <a:bodyPr anchorCtr="0" anchor="t" bIns="0" lIns="0" spcFirstLastPara="1" rIns="0" wrap="square" tIns="0">
            <a:noAutofit/>
          </a:bodyPr>
          <a:lstStyle>
            <a:lvl1pPr lvl="0" rtl="0">
              <a:spcBef>
                <a:spcPts val="0"/>
              </a:spcBef>
              <a:spcAft>
                <a:spcPts val="0"/>
              </a:spcAft>
              <a:buSzPts val="1600"/>
              <a:buNone/>
              <a:defRPr b="1">
                <a:solidFill>
                  <a:schemeClr val="accent1"/>
                </a:solidFill>
              </a:defRPr>
            </a:lvl1pPr>
            <a:lvl2pPr lvl="1" rtl="0">
              <a:spcBef>
                <a:spcPts val="1000"/>
              </a:spcBef>
              <a:spcAft>
                <a:spcPts val="0"/>
              </a:spcAft>
              <a:buSzPts val="1600"/>
              <a:buNone/>
              <a:defRPr b="1">
                <a:solidFill>
                  <a:schemeClr val="accent1"/>
                </a:solidFill>
              </a:defRPr>
            </a:lvl2pPr>
            <a:lvl3pPr lvl="2" rtl="0">
              <a:spcBef>
                <a:spcPts val="1000"/>
              </a:spcBef>
              <a:spcAft>
                <a:spcPts val="0"/>
              </a:spcAft>
              <a:buSzPts val="1600"/>
              <a:buNone/>
              <a:defRPr b="1">
                <a:solidFill>
                  <a:schemeClr val="accent1"/>
                </a:solidFill>
              </a:defRPr>
            </a:lvl3pPr>
            <a:lvl4pPr lvl="3" rtl="0">
              <a:spcBef>
                <a:spcPts val="1000"/>
              </a:spcBef>
              <a:spcAft>
                <a:spcPts val="0"/>
              </a:spcAft>
              <a:buSzPts val="1600"/>
              <a:buNone/>
              <a:defRPr b="1">
                <a:solidFill>
                  <a:schemeClr val="accent1"/>
                </a:solidFill>
              </a:defRPr>
            </a:lvl4pPr>
            <a:lvl5pPr lvl="4" rtl="0">
              <a:spcBef>
                <a:spcPts val="1000"/>
              </a:spcBef>
              <a:spcAft>
                <a:spcPts val="0"/>
              </a:spcAft>
              <a:buSzPts val="1600"/>
              <a:buNone/>
              <a:defRPr b="1">
                <a:solidFill>
                  <a:schemeClr val="accent1"/>
                </a:solidFill>
              </a:defRPr>
            </a:lvl5pPr>
            <a:lvl6pPr lvl="5" rtl="0">
              <a:spcBef>
                <a:spcPts val="1000"/>
              </a:spcBef>
              <a:spcAft>
                <a:spcPts val="0"/>
              </a:spcAft>
              <a:buSzPts val="1600"/>
              <a:buNone/>
              <a:defRPr b="1">
                <a:solidFill>
                  <a:schemeClr val="accent1"/>
                </a:solidFill>
              </a:defRPr>
            </a:lvl6pPr>
            <a:lvl7pPr lvl="6" rtl="0">
              <a:spcBef>
                <a:spcPts val="1000"/>
              </a:spcBef>
              <a:spcAft>
                <a:spcPts val="0"/>
              </a:spcAft>
              <a:buSzPts val="1600"/>
              <a:buNone/>
              <a:defRPr b="1">
                <a:solidFill>
                  <a:schemeClr val="accent1"/>
                </a:solidFill>
              </a:defRPr>
            </a:lvl7pPr>
            <a:lvl8pPr lvl="7" rtl="0">
              <a:spcBef>
                <a:spcPts val="1000"/>
              </a:spcBef>
              <a:spcAft>
                <a:spcPts val="0"/>
              </a:spcAft>
              <a:buSzPts val="1600"/>
              <a:buNone/>
              <a:defRPr b="1">
                <a:solidFill>
                  <a:schemeClr val="accent1"/>
                </a:solidFill>
              </a:defRPr>
            </a:lvl8pPr>
            <a:lvl9pPr lvl="8" rtl="0">
              <a:spcBef>
                <a:spcPts val="1000"/>
              </a:spcBef>
              <a:spcAft>
                <a:spcPts val="1000"/>
              </a:spcAft>
              <a:buSzPts val="1600"/>
              <a:buNone/>
              <a:defRPr b="1">
                <a:solidFill>
                  <a:schemeClr val="accent1"/>
                </a:solidFill>
              </a:defRPr>
            </a:lvl9pPr>
          </a:lstStyle>
          <a:p/>
        </p:txBody>
      </p:sp>
      <p:sp>
        <p:nvSpPr>
          <p:cNvPr id="506" name="Google Shape;506;p64"/>
          <p:cNvSpPr txBox="1"/>
          <p:nvPr>
            <p:ph idx="3" type="subTitle"/>
          </p:nvPr>
        </p:nvSpPr>
        <p:spPr>
          <a:xfrm>
            <a:off x="3685900" y="4870025"/>
            <a:ext cx="44973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507" name="Google Shape;507;p64"/>
          <p:cNvSpPr txBox="1"/>
          <p:nvPr>
            <p:ph idx="4" type="title"/>
          </p:nvPr>
        </p:nvSpPr>
        <p:spPr>
          <a:xfrm>
            <a:off x="431725" y="368825"/>
            <a:ext cx="2361000" cy="16050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_2 big numbers">
  <p:cSld name="BIG_NUMBER_2_3">
    <p:spTree>
      <p:nvGrpSpPr>
        <p:cNvPr id="508" name="Shape 508"/>
        <p:cNvGrpSpPr/>
        <p:nvPr/>
      </p:nvGrpSpPr>
      <p:grpSpPr>
        <a:xfrm>
          <a:off x="0" y="0"/>
          <a:ext cx="0" cy="0"/>
          <a:chOff x="0" y="0"/>
          <a:chExt cx="0" cy="0"/>
        </a:xfrm>
      </p:grpSpPr>
      <p:sp>
        <p:nvSpPr>
          <p:cNvPr id="509" name="Google Shape;509;p65"/>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10" name="Google Shape;510;p65"/>
          <p:cNvSpPr txBox="1"/>
          <p:nvPr>
            <p:ph hasCustomPrompt="1" type="title"/>
          </p:nvPr>
        </p:nvSpPr>
        <p:spPr>
          <a:xfrm>
            <a:off x="431725" y="1842050"/>
            <a:ext cx="3902400" cy="18033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1"/>
              </a:buClr>
              <a:buSzPts val="11000"/>
              <a:buNone/>
              <a:defRPr sz="11000">
                <a:solidFill>
                  <a:schemeClr val="accent1"/>
                </a:solidFill>
              </a:defRPr>
            </a:lvl1pPr>
            <a:lvl2pPr lvl="1" rtl="0" algn="ctr">
              <a:spcBef>
                <a:spcPts val="0"/>
              </a:spcBef>
              <a:spcAft>
                <a:spcPts val="0"/>
              </a:spcAft>
              <a:buClr>
                <a:schemeClr val="accent1"/>
              </a:buClr>
              <a:buSzPts val="11000"/>
              <a:buNone/>
              <a:defRPr sz="11000">
                <a:solidFill>
                  <a:schemeClr val="accent1"/>
                </a:solidFill>
              </a:defRPr>
            </a:lvl2pPr>
            <a:lvl3pPr lvl="2" rtl="0" algn="ctr">
              <a:spcBef>
                <a:spcPts val="0"/>
              </a:spcBef>
              <a:spcAft>
                <a:spcPts val="0"/>
              </a:spcAft>
              <a:buClr>
                <a:schemeClr val="accent1"/>
              </a:buClr>
              <a:buSzPts val="11000"/>
              <a:buNone/>
              <a:defRPr sz="11000">
                <a:solidFill>
                  <a:schemeClr val="accent1"/>
                </a:solidFill>
              </a:defRPr>
            </a:lvl3pPr>
            <a:lvl4pPr lvl="3" rtl="0" algn="ctr">
              <a:spcBef>
                <a:spcPts val="0"/>
              </a:spcBef>
              <a:spcAft>
                <a:spcPts val="0"/>
              </a:spcAft>
              <a:buClr>
                <a:schemeClr val="accent1"/>
              </a:buClr>
              <a:buSzPts val="11000"/>
              <a:buNone/>
              <a:defRPr sz="11000">
                <a:solidFill>
                  <a:schemeClr val="accent1"/>
                </a:solidFill>
              </a:defRPr>
            </a:lvl4pPr>
            <a:lvl5pPr lvl="4" rtl="0" algn="ctr">
              <a:spcBef>
                <a:spcPts val="0"/>
              </a:spcBef>
              <a:spcAft>
                <a:spcPts val="0"/>
              </a:spcAft>
              <a:buClr>
                <a:schemeClr val="accent1"/>
              </a:buClr>
              <a:buSzPts val="11000"/>
              <a:buNone/>
              <a:defRPr sz="11000">
                <a:solidFill>
                  <a:schemeClr val="accent1"/>
                </a:solidFill>
              </a:defRPr>
            </a:lvl5pPr>
            <a:lvl6pPr lvl="5" rtl="0" algn="ctr">
              <a:spcBef>
                <a:spcPts val="0"/>
              </a:spcBef>
              <a:spcAft>
                <a:spcPts val="0"/>
              </a:spcAft>
              <a:buClr>
                <a:schemeClr val="accent1"/>
              </a:buClr>
              <a:buSzPts val="11000"/>
              <a:buNone/>
              <a:defRPr sz="11000">
                <a:solidFill>
                  <a:schemeClr val="accent1"/>
                </a:solidFill>
              </a:defRPr>
            </a:lvl6pPr>
            <a:lvl7pPr lvl="6" rtl="0" algn="ctr">
              <a:spcBef>
                <a:spcPts val="0"/>
              </a:spcBef>
              <a:spcAft>
                <a:spcPts val="0"/>
              </a:spcAft>
              <a:buClr>
                <a:schemeClr val="accent1"/>
              </a:buClr>
              <a:buSzPts val="11000"/>
              <a:buNone/>
              <a:defRPr sz="11000">
                <a:solidFill>
                  <a:schemeClr val="accent1"/>
                </a:solidFill>
              </a:defRPr>
            </a:lvl7pPr>
            <a:lvl8pPr lvl="7" rtl="0" algn="ctr">
              <a:spcBef>
                <a:spcPts val="0"/>
              </a:spcBef>
              <a:spcAft>
                <a:spcPts val="0"/>
              </a:spcAft>
              <a:buClr>
                <a:schemeClr val="accent1"/>
              </a:buClr>
              <a:buSzPts val="11000"/>
              <a:buNone/>
              <a:defRPr sz="11000">
                <a:solidFill>
                  <a:schemeClr val="accent1"/>
                </a:solidFill>
              </a:defRPr>
            </a:lvl8pPr>
            <a:lvl9pPr lvl="8" rtl="0" algn="ctr">
              <a:spcBef>
                <a:spcPts val="0"/>
              </a:spcBef>
              <a:spcAft>
                <a:spcPts val="0"/>
              </a:spcAft>
              <a:buClr>
                <a:schemeClr val="accent1"/>
              </a:buClr>
              <a:buSzPts val="11000"/>
              <a:buNone/>
              <a:defRPr sz="11000">
                <a:solidFill>
                  <a:schemeClr val="accent1"/>
                </a:solidFill>
              </a:defRPr>
            </a:lvl9pPr>
          </a:lstStyle>
          <a:p>
            <a:r>
              <a:t>xx%</a:t>
            </a:r>
          </a:p>
        </p:txBody>
      </p:sp>
      <p:sp>
        <p:nvSpPr>
          <p:cNvPr id="511" name="Google Shape;511;p65"/>
          <p:cNvSpPr txBox="1"/>
          <p:nvPr>
            <p:ph idx="1"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512" name="Google Shape;512;p65"/>
          <p:cNvSpPr txBox="1"/>
          <p:nvPr>
            <p:ph hasCustomPrompt="1" idx="2" type="title"/>
          </p:nvPr>
        </p:nvSpPr>
        <p:spPr>
          <a:xfrm>
            <a:off x="4749900" y="1842050"/>
            <a:ext cx="3902400" cy="18033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2"/>
              </a:buClr>
              <a:buSzPts val="11000"/>
              <a:buNone/>
              <a:defRPr sz="11000">
                <a:solidFill>
                  <a:schemeClr val="accent2"/>
                </a:solidFill>
              </a:defRPr>
            </a:lvl1pPr>
            <a:lvl2pPr lvl="1" rtl="0" algn="ctr">
              <a:spcBef>
                <a:spcPts val="0"/>
              </a:spcBef>
              <a:spcAft>
                <a:spcPts val="0"/>
              </a:spcAft>
              <a:buClr>
                <a:schemeClr val="accent2"/>
              </a:buClr>
              <a:buSzPts val="11000"/>
              <a:buNone/>
              <a:defRPr sz="11000">
                <a:solidFill>
                  <a:schemeClr val="accent2"/>
                </a:solidFill>
              </a:defRPr>
            </a:lvl2pPr>
            <a:lvl3pPr lvl="2" rtl="0" algn="ctr">
              <a:spcBef>
                <a:spcPts val="0"/>
              </a:spcBef>
              <a:spcAft>
                <a:spcPts val="0"/>
              </a:spcAft>
              <a:buClr>
                <a:schemeClr val="accent2"/>
              </a:buClr>
              <a:buSzPts val="11000"/>
              <a:buNone/>
              <a:defRPr sz="11000">
                <a:solidFill>
                  <a:schemeClr val="accent2"/>
                </a:solidFill>
              </a:defRPr>
            </a:lvl3pPr>
            <a:lvl4pPr lvl="3" rtl="0" algn="ctr">
              <a:spcBef>
                <a:spcPts val="0"/>
              </a:spcBef>
              <a:spcAft>
                <a:spcPts val="0"/>
              </a:spcAft>
              <a:buClr>
                <a:schemeClr val="accent2"/>
              </a:buClr>
              <a:buSzPts val="11000"/>
              <a:buNone/>
              <a:defRPr sz="11000">
                <a:solidFill>
                  <a:schemeClr val="accent2"/>
                </a:solidFill>
              </a:defRPr>
            </a:lvl4pPr>
            <a:lvl5pPr lvl="4" rtl="0" algn="ctr">
              <a:spcBef>
                <a:spcPts val="0"/>
              </a:spcBef>
              <a:spcAft>
                <a:spcPts val="0"/>
              </a:spcAft>
              <a:buClr>
                <a:schemeClr val="accent2"/>
              </a:buClr>
              <a:buSzPts val="11000"/>
              <a:buNone/>
              <a:defRPr sz="11000">
                <a:solidFill>
                  <a:schemeClr val="accent2"/>
                </a:solidFill>
              </a:defRPr>
            </a:lvl5pPr>
            <a:lvl6pPr lvl="5" rtl="0" algn="ctr">
              <a:spcBef>
                <a:spcPts val="0"/>
              </a:spcBef>
              <a:spcAft>
                <a:spcPts val="0"/>
              </a:spcAft>
              <a:buClr>
                <a:schemeClr val="accent2"/>
              </a:buClr>
              <a:buSzPts val="11000"/>
              <a:buNone/>
              <a:defRPr sz="11000">
                <a:solidFill>
                  <a:schemeClr val="accent2"/>
                </a:solidFill>
              </a:defRPr>
            </a:lvl6pPr>
            <a:lvl7pPr lvl="6" rtl="0" algn="ctr">
              <a:spcBef>
                <a:spcPts val="0"/>
              </a:spcBef>
              <a:spcAft>
                <a:spcPts val="0"/>
              </a:spcAft>
              <a:buClr>
                <a:schemeClr val="accent2"/>
              </a:buClr>
              <a:buSzPts val="11000"/>
              <a:buNone/>
              <a:defRPr sz="11000">
                <a:solidFill>
                  <a:schemeClr val="accent2"/>
                </a:solidFill>
              </a:defRPr>
            </a:lvl7pPr>
            <a:lvl8pPr lvl="7" rtl="0" algn="ctr">
              <a:spcBef>
                <a:spcPts val="0"/>
              </a:spcBef>
              <a:spcAft>
                <a:spcPts val="0"/>
              </a:spcAft>
              <a:buClr>
                <a:schemeClr val="accent2"/>
              </a:buClr>
              <a:buSzPts val="11000"/>
              <a:buNone/>
              <a:defRPr sz="11000">
                <a:solidFill>
                  <a:schemeClr val="accent2"/>
                </a:solidFill>
              </a:defRPr>
            </a:lvl8pPr>
            <a:lvl9pPr lvl="8" rtl="0" algn="ctr">
              <a:spcBef>
                <a:spcPts val="0"/>
              </a:spcBef>
              <a:spcAft>
                <a:spcPts val="0"/>
              </a:spcAft>
              <a:buClr>
                <a:schemeClr val="accent2"/>
              </a:buClr>
              <a:buSzPts val="11000"/>
              <a:buNone/>
              <a:defRPr sz="11000">
                <a:solidFill>
                  <a:schemeClr val="accent2"/>
                </a:solidFill>
              </a:defRPr>
            </a:lvl9pPr>
          </a:lstStyle>
          <a:p>
            <a:r>
              <a:t>xx%</a:t>
            </a:r>
          </a:p>
        </p:txBody>
      </p:sp>
      <p:sp>
        <p:nvSpPr>
          <p:cNvPr id="513" name="Google Shape;513;p65"/>
          <p:cNvSpPr txBox="1"/>
          <p:nvPr>
            <p:ph idx="3"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_2 big numbers, subtitle">
  <p:cSld name="BIG_NUMBER_2_1_2">
    <p:spTree>
      <p:nvGrpSpPr>
        <p:cNvPr id="514" name="Shape 514"/>
        <p:cNvGrpSpPr/>
        <p:nvPr/>
      </p:nvGrpSpPr>
      <p:grpSpPr>
        <a:xfrm>
          <a:off x="0" y="0"/>
          <a:ext cx="0" cy="0"/>
          <a:chOff x="0" y="0"/>
          <a:chExt cx="0" cy="0"/>
        </a:xfrm>
      </p:grpSpPr>
      <p:sp>
        <p:nvSpPr>
          <p:cNvPr id="515" name="Google Shape;515;p66"/>
          <p:cNvSpPr txBox="1"/>
          <p:nvPr>
            <p:ph hasCustomPrompt="1" type="title"/>
          </p:nvPr>
        </p:nvSpPr>
        <p:spPr>
          <a:xfrm>
            <a:off x="431725" y="1613450"/>
            <a:ext cx="3902400" cy="18033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11000"/>
              <a:buNone/>
              <a:defRPr sz="11000">
                <a:solidFill>
                  <a:schemeClr val="accent1"/>
                </a:solidFill>
              </a:defRPr>
            </a:lvl1pPr>
            <a:lvl2pPr lvl="1" rtl="0">
              <a:spcBef>
                <a:spcPts val="0"/>
              </a:spcBef>
              <a:spcAft>
                <a:spcPts val="0"/>
              </a:spcAft>
              <a:buClr>
                <a:schemeClr val="accent1"/>
              </a:buClr>
              <a:buSzPts val="11000"/>
              <a:buNone/>
              <a:defRPr sz="11000">
                <a:solidFill>
                  <a:schemeClr val="accent1"/>
                </a:solidFill>
              </a:defRPr>
            </a:lvl2pPr>
            <a:lvl3pPr lvl="2" rtl="0">
              <a:spcBef>
                <a:spcPts val="0"/>
              </a:spcBef>
              <a:spcAft>
                <a:spcPts val="0"/>
              </a:spcAft>
              <a:buClr>
                <a:schemeClr val="accent1"/>
              </a:buClr>
              <a:buSzPts val="11000"/>
              <a:buNone/>
              <a:defRPr sz="11000">
                <a:solidFill>
                  <a:schemeClr val="accent1"/>
                </a:solidFill>
              </a:defRPr>
            </a:lvl3pPr>
            <a:lvl4pPr lvl="3" rtl="0">
              <a:spcBef>
                <a:spcPts val="0"/>
              </a:spcBef>
              <a:spcAft>
                <a:spcPts val="0"/>
              </a:spcAft>
              <a:buClr>
                <a:schemeClr val="accent1"/>
              </a:buClr>
              <a:buSzPts val="11000"/>
              <a:buNone/>
              <a:defRPr sz="11000">
                <a:solidFill>
                  <a:schemeClr val="accent1"/>
                </a:solidFill>
              </a:defRPr>
            </a:lvl4pPr>
            <a:lvl5pPr lvl="4" rtl="0">
              <a:spcBef>
                <a:spcPts val="0"/>
              </a:spcBef>
              <a:spcAft>
                <a:spcPts val="0"/>
              </a:spcAft>
              <a:buClr>
                <a:schemeClr val="accent1"/>
              </a:buClr>
              <a:buSzPts val="11000"/>
              <a:buNone/>
              <a:defRPr sz="11000">
                <a:solidFill>
                  <a:schemeClr val="accent1"/>
                </a:solidFill>
              </a:defRPr>
            </a:lvl5pPr>
            <a:lvl6pPr lvl="5" rtl="0">
              <a:spcBef>
                <a:spcPts val="0"/>
              </a:spcBef>
              <a:spcAft>
                <a:spcPts val="0"/>
              </a:spcAft>
              <a:buClr>
                <a:schemeClr val="accent1"/>
              </a:buClr>
              <a:buSzPts val="11000"/>
              <a:buNone/>
              <a:defRPr sz="11000">
                <a:solidFill>
                  <a:schemeClr val="accent1"/>
                </a:solidFill>
              </a:defRPr>
            </a:lvl6pPr>
            <a:lvl7pPr lvl="6" rtl="0">
              <a:spcBef>
                <a:spcPts val="0"/>
              </a:spcBef>
              <a:spcAft>
                <a:spcPts val="0"/>
              </a:spcAft>
              <a:buClr>
                <a:schemeClr val="accent1"/>
              </a:buClr>
              <a:buSzPts val="11000"/>
              <a:buNone/>
              <a:defRPr sz="11000">
                <a:solidFill>
                  <a:schemeClr val="accent1"/>
                </a:solidFill>
              </a:defRPr>
            </a:lvl7pPr>
            <a:lvl8pPr lvl="7" rtl="0">
              <a:spcBef>
                <a:spcPts val="0"/>
              </a:spcBef>
              <a:spcAft>
                <a:spcPts val="0"/>
              </a:spcAft>
              <a:buClr>
                <a:schemeClr val="accent1"/>
              </a:buClr>
              <a:buSzPts val="11000"/>
              <a:buNone/>
              <a:defRPr sz="11000">
                <a:solidFill>
                  <a:schemeClr val="accent1"/>
                </a:solidFill>
              </a:defRPr>
            </a:lvl8pPr>
            <a:lvl9pPr lvl="8" rtl="0">
              <a:spcBef>
                <a:spcPts val="0"/>
              </a:spcBef>
              <a:spcAft>
                <a:spcPts val="0"/>
              </a:spcAft>
              <a:buClr>
                <a:schemeClr val="accent1"/>
              </a:buClr>
              <a:buSzPts val="11000"/>
              <a:buNone/>
              <a:defRPr sz="11000">
                <a:solidFill>
                  <a:schemeClr val="accent1"/>
                </a:solidFill>
              </a:defRPr>
            </a:lvl9pPr>
          </a:lstStyle>
          <a:p>
            <a:r>
              <a:t>xx%</a:t>
            </a:r>
          </a:p>
        </p:txBody>
      </p:sp>
      <p:sp>
        <p:nvSpPr>
          <p:cNvPr id="516" name="Google Shape;516;p66"/>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17" name="Google Shape;517;p66"/>
          <p:cNvSpPr txBox="1"/>
          <p:nvPr>
            <p:ph idx="1" type="subTitle"/>
          </p:nvPr>
        </p:nvSpPr>
        <p:spPr>
          <a:xfrm>
            <a:off x="431725" y="3496675"/>
            <a:ext cx="3867900" cy="664200"/>
          </a:xfrm>
          <a:prstGeom prst="rect">
            <a:avLst/>
          </a:prstGeom>
        </p:spPr>
        <p:txBody>
          <a:bodyPr anchorCtr="0" anchor="t" bIns="0" lIns="0" spcFirstLastPara="1" rIns="0" wrap="square" tIns="0">
            <a:noAutofit/>
          </a:bodyPr>
          <a:lstStyle>
            <a:lvl1pPr lvl="0" rtl="0">
              <a:spcBef>
                <a:spcPts val="0"/>
              </a:spcBef>
              <a:spcAft>
                <a:spcPts val="0"/>
              </a:spcAft>
              <a:buSzPts val="1600"/>
              <a:buNone/>
              <a:defRPr b="1"/>
            </a:lvl1pPr>
            <a:lvl2pPr lvl="1" rtl="0">
              <a:spcBef>
                <a:spcPts val="1000"/>
              </a:spcBef>
              <a:spcAft>
                <a:spcPts val="0"/>
              </a:spcAft>
              <a:buSzPts val="1600"/>
              <a:buNone/>
              <a:defRPr b="1"/>
            </a:lvl2pPr>
            <a:lvl3pPr lvl="2" rtl="0">
              <a:spcBef>
                <a:spcPts val="1000"/>
              </a:spcBef>
              <a:spcAft>
                <a:spcPts val="0"/>
              </a:spcAft>
              <a:buSzPts val="1600"/>
              <a:buNone/>
              <a:defRPr b="1"/>
            </a:lvl3pPr>
            <a:lvl4pPr lvl="3" rtl="0">
              <a:spcBef>
                <a:spcPts val="1000"/>
              </a:spcBef>
              <a:spcAft>
                <a:spcPts val="0"/>
              </a:spcAft>
              <a:buSzPts val="1600"/>
              <a:buNone/>
              <a:defRPr b="1"/>
            </a:lvl4pPr>
            <a:lvl5pPr lvl="4" rtl="0">
              <a:spcBef>
                <a:spcPts val="1000"/>
              </a:spcBef>
              <a:spcAft>
                <a:spcPts val="0"/>
              </a:spcAft>
              <a:buSzPts val="1600"/>
              <a:buNone/>
              <a:defRPr b="1"/>
            </a:lvl5pPr>
            <a:lvl6pPr lvl="5" rtl="0">
              <a:spcBef>
                <a:spcPts val="1000"/>
              </a:spcBef>
              <a:spcAft>
                <a:spcPts val="0"/>
              </a:spcAft>
              <a:buSzPts val="1600"/>
              <a:buNone/>
              <a:defRPr b="1"/>
            </a:lvl6pPr>
            <a:lvl7pPr lvl="6" rtl="0">
              <a:spcBef>
                <a:spcPts val="1000"/>
              </a:spcBef>
              <a:spcAft>
                <a:spcPts val="0"/>
              </a:spcAft>
              <a:buSzPts val="1600"/>
              <a:buNone/>
              <a:defRPr b="1"/>
            </a:lvl7pPr>
            <a:lvl8pPr lvl="7" rtl="0">
              <a:spcBef>
                <a:spcPts val="1000"/>
              </a:spcBef>
              <a:spcAft>
                <a:spcPts val="0"/>
              </a:spcAft>
              <a:buSzPts val="1600"/>
              <a:buNone/>
              <a:defRPr b="1"/>
            </a:lvl8pPr>
            <a:lvl9pPr lvl="8" rtl="0">
              <a:spcBef>
                <a:spcPts val="1000"/>
              </a:spcBef>
              <a:spcAft>
                <a:spcPts val="1000"/>
              </a:spcAft>
              <a:buSzPts val="1600"/>
              <a:buNone/>
              <a:defRPr b="1"/>
            </a:lvl9pPr>
          </a:lstStyle>
          <a:p/>
        </p:txBody>
      </p:sp>
      <p:sp>
        <p:nvSpPr>
          <p:cNvPr id="518" name="Google Shape;518;p66"/>
          <p:cNvSpPr txBox="1"/>
          <p:nvPr>
            <p:ph idx="2" type="subTitle"/>
          </p:nvPr>
        </p:nvSpPr>
        <p:spPr>
          <a:xfrm>
            <a:off x="4749900" y="3496675"/>
            <a:ext cx="3902400" cy="664200"/>
          </a:xfrm>
          <a:prstGeom prst="rect">
            <a:avLst/>
          </a:prstGeom>
        </p:spPr>
        <p:txBody>
          <a:bodyPr anchorCtr="0" anchor="t" bIns="0" lIns="0" spcFirstLastPara="1" rIns="0" wrap="square" tIns="0">
            <a:noAutofit/>
          </a:bodyPr>
          <a:lstStyle>
            <a:lvl1pPr lvl="0" rtl="0">
              <a:spcBef>
                <a:spcPts val="0"/>
              </a:spcBef>
              <a:spcAft>
                <a:spcPts val="0"/>
              </a:spcAft>
              <a:buSzPts val="1600"/>
              <a:buNone/>
              <a:defRPr b="1"/>
            </a:lvl1pPr>
            <a:lvl2pPr lvl="1" rtl="0">
              <a:spcBef>
                <a:spcPts val="1000"/>
              </a:spcBef>
              <a:spcAft>
                <a:spcPts val="0"/>
              </a:spcAft>
              <a:buSzPts val="1600"/>
              <a:buNone/>
              <a:defRPr b="1"/>
            </a:lvl2pPr>
            <a:lvl3pPr lvl="2" rtl="0">
              <a:spcBef>
                <a:spcPts val="1000"/>
              </a:spcBef>
              <a:spcAft>
                <a:spcPts val="0"/>
              </a:spcAft>
              <a:buSzPts val="1600"/>
              <a:buNone/>
              <a:defRPr b="1"/>
            </a:lvl3pPr>
            <a:lvl4pPr lvl="3" rtl="0">
              <a:spcBef>
                <a:spcPts val="1000"/>
              </a:spcBef>
              <a:spcAft>
                <a:spcPts val="0"/>
              </a:spcAft>
              <a:buSzPts val="1600"/>
              <a:buNone/>
              <a:defRPr b="1"/>
            </a:lvl4pPr>
            <a:lvl5pPr lvl="4" rtl="0">
              <a:spcBef>
                <a:spcPts val="1000"/>
              </a:spcBef>
              <a:spcAft>
                <a:spcPts val="0"/>
              </a:spcAft>
              <a:buSzPts val="1600"/>
              <a:buNone/>
              <a:defRPr b="1"/>
            </a:lvl5pPr>
            <a:lvl6pPr lvl="5" rtl="0">
              <a:spcBef>
                <a:spcPts val="1000"/>
              </a:spcBef>
              <a:spcAft>
                <a:spcPts val="0"/>
              </a:spcAft>
              <a:buSzPts val="1600"/>
              <a:buNone/>
              <a:defRPr b="1"/>
            </a:lvl6pPr>
            <a:lvl7pPr lvl="6" rtl="0">
              <a:spcBef>
                <a:spcPts val="1000"/>
              </a:spcBef>
              <a:spcAft>
                <a:spcPts val="0"/>
              </a:spcAft>
              <a:buSzPts val="1600"/>
              <a:buNone/>
              <a:defRPr b="1"/>
            </a:lvl7pPr>
            <a:lvl8pPr lvl="7" rtl="0">
              <a:spcBef>
                <a:spcPts val="1000"/>
              </a:spcBef>
              <a:spcAft>
                <a:spcPts val="0"/>
              </a:spcAft>
              <a:buSzPts val="1600"/>
              <a:buNone/>
              <a:defRPr b="1"/>
            </a:lvl8pPr>
            <a:lvl9pPr lvl="8" rtl="0">
              <a:spcBef>
                <a:spcPts val="1000"/>
              </a:spcBef>
              <a:spcAft>
                <a:spcPts val="1000"/>
              </a:spcAft>
              <a:buSzPts val="1600"/>
              <a:buNone/>
              <a:defRPr b="1"/>
            </a:lvl9pPr>
          </a:lstStyle>
          <a:p/>
        </p:txBody>
      </p:sp>
      <p:sp>
        <p:nvSpPr>
          <p:cNvPr id="519" name="Google Shape;519;p66"/>
          <p:cNvSpPr txBox="1"/>
          <p:nvPr>
            <p:ph idx="3"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520" name="Google Shape;520;p66"/>
          <p:cNvSpPr txBox="1"/>
          <p:nvPr>
            <p:ph idx="4"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1" name="Google Shape;521;p66"/>
          <p:cNvSpPr txBox="1"/>
          <p:nvPr>
            <p:ph hasCustomPrompt="1" idx="5" type="title"/>
          </p:nvPr>
        </p:nvSpPr>
        <p:spPr>
          <a:xfrm>
            <a:off x="4749900" y="1613450"/>
            <a:ext cx="3902400" cy="1803300"/>
          </a:xfrm>
          <a:prstGeom prst="rect">
            <a:avLst/>
          </a:prstGeom>
        </p:spPr>
        <p:txBody>
          <a:bodyPr anchorCtr="0" anchor="t" bIns="0" lIns="0" spcFirstLastPara="1" rIns="0" wrap="square" tIns="0">
            <a:noAutofit/>
          </a:bodyPr>
          <a:lstStyle>
            <a:lvl1pPr lvl="0" rtl="0">
              <a:spcBef>
                <a:spcPts val="0"/>
              </a:spcBef>
              <a:spcAft>
                <a:spcPts val="0"/>
              </a:spcAft>
              <a:buClr>
                <a:schemeClr val="accent2"/>
              </a:buClr>
              <a:buSzPts val="11000"/>
              <a:buNone/>
              <a:defRPr sz="11000">
                <a:solidFill>
                  <a:schemeClr val="accent2"/>
                </a:solidFill>
              </a:defRPr>
            </a:lvl1pPr>
            <a:lvl2pPr lvl="1" rtl="0">
              <a:spcBef>
                <a:spcPts val="0"/>
              </a:spcBef>
              <a:spcAft>
                <a:spcPts val="0"/>
              </a:spcAft>
              <a:buClr>
                <a:schemeClr val="accent2"/>
              </a:buClr>
              <a:buSzPts val="11000"/>
              <a:buNone/>
              <a:defRPr sz="11000">
                <a:solidFill>
                  <a:schemeClr val="accent2"/>
                </a:solidFill>
              </a:defRPr>
            </a:lvl2pPr>
            <a:lvl3pPr lvl="2" rtl="0">
              <a:spcBef>
                <a:spcPts val="0"/>
              </a:spcBef>
              <a:spcAft>
                <a:spcPts val="0"/>
              </a:spcAft>
              <a:buClr>
                <a:schemeClr val="accent2"/>
              </a:buClr>
              <a:buSzPts val="11000"/>
              <a:buNone/>
              <a:defRPr sz="11000">
                <a:solidFill>
                  <a:schemeClr val="accent2"/>
                </a:solidFill>
              </a:defRPr>
            </a:lvl3pPr>
            <a:lvl4pPr lvl="3" rtl="0">
              <a:spcBef>
                <a:spcPts val="0"/>
              </a:spcBef>
              <a:spcAft>
                <a:spcPts val="0"/>
              </a:spcAft>
              <a:buClr>
                <a:schemeClr val="accent2"/>
              </a:buClr>
              <a:buSzPts val="11000"/>
              <a:buNone/>
              <a:defRPr sz="11000">
                <a:solidFill>
                  <a:schemeClr val="accent2"/>
                </a:solidFill>
              </a:defRPr>
            </a:lvl4pPr>
            <a:lvl5pPr lvl="4" rtl="0">
              <a:spcBef>
                <a:spcPts val="0"/>
              </a:spcBef>
              <a:spcAft>
                <a:spcPts val="0"/>
              </a:spcAft>
              <a:buClr>
                <a:schemeClr val="accent2"/>
              </a:buClr>
              <a:buSzPts val="11000"/>
              <a:buNone/>
              <a:defRPr sz="11000">
                <a:solidFill>
                  <a:schemeClr val="accent2"/>
                </a:solidFill>
              </a:defRPr>
            </a:lvl5pPr>
            <a:lvl6pPr lvl="5" rtl="0">
              <a:spcBef>
                <a:spcPts val="0"/>
              </a:spcBef>
              <a:spcAft>
                <a:spcPts val="0"/>
              </a:spcAft>
              <a:buClr>
                <a:schemeClr val="accent2"/>
              </a:buClr>
              <a:buSzPts val="11000"/>
              <a:buNone/>
              <a:defRPr sz="11000">
                <a:solidFill>
                  <a:schemeClr val="accent2"/>
                </a:solidFill>
              </a:defRPr>
            </a:lvl6pPr>
            <a:lvl7pPr lvl="6" rtl="0">
              <a:spcBef>
                <a:spcPts val="0"/>
              </a:spcBef>
              <a:spcAft>
                <a:spcPts val="0"/>
              </a:spcAft>
              <a:buClr>
                <a:schemeClr val="accent2"/>
              </a:buClr>
              <a:buSzPts val="11000"/>
              <a:buNone/>
              <a:defRPr sz="11000">
                <a:solidFill>
                  <a:schemeClr val="accent2"/>
                </a:solidFill>
              </a:defRPr>
            </a:lvl7pPr>
            <a:lvl8pPr lvl="7" rtl="0">
              <a:spcBef>
                <a:spcPts val="0"/>
              </a:spcBef>
              <a:spcAft>
                <a:spcPts val="0"/>
              </a:spcAft>
              <a:buClr>
                <a:schemeClr val="accent2"/>
              </a:buClr>
              <a:buSzPts val="11000"/>
              <a:buNone/>
              <a:defRPr sz="11000">
                <a:solidFill>
                  <a:schemeClr val="accent2"/>
                </a:solidFill>
              </a:defRPr>
            </a:lvl8pPr>
            <a:lvl9pPr lvl="8" rtl="0">
              <a:spcBef>
                <a:spcPts val="0"/>
              </a:spcBef>
              <a:spcAft>
                <a:spcPts val="0"/>
              </a:spcAft>
              <a:buClr>
                <a:schemeClr val="accent2"/>
              </a:buClr>
              <a:buSzPts val="11000"/>
              <a:buNone/>
              <a:defRPr sz="11000">
                <a:solidFill>
                  <a:schemeClr val="accent2"/>
                </a:solidFill>
              </a:defRPr>
            </a:lvl9pPr>
          </a:lstStyle>
          <a:p>
            <a:r>
              <a:t>xx%</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_2 big numbers, subtitle, body">
  <p:cSld name="BIG_NUMBER_2_1_1_1">
    <p:spTree>
      <p:nvGrpSpPr>
        <p:cNvPr id="522" name="Shape 522"/>
        <p:cNvGrpSpPr/>
        <p:nvPr/>
      </p:nvGrpSpPr>
      <p:grpSpPr>
        <a:xfrm>
          <a:off x="0" y="0"/>
          <a:ext cx="0" cy="0"/>
          <a:chOff x="0" y="0"/>
          <a:chExt cx="0" cy="0"/>
        </a:xfrm>
      </p:grpSpPr>
      <p:sp>
        <p:nvSpPr>
          <p:cNvPr id="523" name="Google Shape;523;p67"/>
          <p:cNvSpPr txBox="1"/>
          <p:nvPr>
            <p:ph hasCustomPrompt="1" type="title"/>
          </p:nvPr>
        </p:nvSpPr>
        <p:spPr>
          <a:xfrm>
            <a:off x="431725" y="1308650"/>
            <a:ext cx="3902400" cy="18033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11000"/>
              <a:buNone/>
              <a:defRPr sz="11000">
                <a:solidFill>
                  <a:schemeClr val="accent1"/>
                </a:solidFill>
              </a:defRPr>
            </a:lvl1pPr>
            <a:lvl2pPr lvl="1" rtl="0">
              <a:spcBef>
                <a:spcPts val="0"/>
              </a:spcBef>
              <a:spcAft>
                <a:spcPts val="0"/>
              </a:spcAft>
              <a:buClr>
                <a:schemeClr val="accent1"/>
              </a:buClr>
              <a:buSzPts val="11000"/>
              <a:buNone/>
              <a:defRPr sz="11000">
                <a:solidFill>
                  <a:schemeClr val="accent1"/>
                </a:solidFill>
              </a:defRPr>
            </a:lvl2pPr>
            <a:lvl3pPr lvl="2" rtl="0">
              <a:spcBef>
                <a:spcPts val="0"/>
              </a:spcBef>
              <a:spcAft>
                <a:spcPts val="0"/>
              </a:spcAft>
              <a:buClr>
                <a:schemeClr val="accent1"/>
              </a:buClr>
              <a:buSzPts val="11000"/>
              <a:buNone/>
              <a:defRPr sz="11000">
                <a:solidFill>
                  <a:schemeClr val="accent1"/>
                </a:solidFill>
              </a:defRPr>
            </a:lvl3pPr>
            <a:lvl4pPr lvl="3" rtl="0">
              <a:spcBef>
                <a:spcPts val="0"/>
              </a:spcBef>
              <a:spcAft>
                <a:spcPts val="0"/>
              </a:spcAft>
              <a:buClr>
                <a:schemeClr val="accent1"/>
              </a:buClr>
              <a:buSzPts val="11000"/>
              <a:buNone/>
              <a:defRPr sz="11000">
                <a:solidFill>
                  <a:schemeClr val="accent1"/>
                </a:solidFill>
              </a:defRPr>
            </a:lvl4pPr>
            <a:lvl5pPr lvl="4" rtl="0">
              <a:spcBef>
                <a:spcPts val="0"/>
              </a:spcBef>
              <a:spcAft>
                <a:spcPts val="0"/>
              </a:spcAft>
              <a:buClr>
                <a:schemeClr val="accent1"/>
              </a:buClr>
              <a:buSzPts val="11000"/>
              <a:buNone/>
              <a:defRPr sz="11000">
                <a:solidFill>
                  <a:schemeClr val="accent1"/>
                </a:solidFill>
              </a:defRPr>
            </a:lvl5pPr>
            <a:lvl6pPr lvl="5" rtl="0">
              <a:spcBef>
                <a:spcPts val="0"/>
              </a:spcBef>
              <a:spcAft>
                <a:spcPts val="0"/>
              </a:spcAft>
              <a:buClr>
                <a:schemeClr val="accent1"/>
              </a:buClr>
              <a:buSzPts val="11000"/>
              <a:buNone/>
              <a:defRPr sz="11000">
                <a:solidFill>
                  <a:schemeClr val="accent1"/>
                </a:solidFill>
              </a:defRPr>
            </a:lvl6pPr>
            <a:lvl7pPr lvl="6" rtl="0">
              <a:spcBef>
                <a:spcPts val="0"/>
              </a:spcBef>
              <a:spcAft>
                <a:spcPts val="0"/>
              </a:spcAft>
              <a:buClr>
                <a:schemeClr val="accent1"/>
              </a:buClr>
              <a:buSzPts val="11000"/>
              <a:buNone/>
              <a:defRPr sz="11000">
                <a:solidFill>
                  <a:schemeClr val="accent1"/>
                </a:solidFill>
              </a:defRPr>
            </a:lvl7pPr>
            <a:lvl8pPr lvl="7" rtl="0">
              <a:spcBef>
                <a:spcPts val="0"/>
              </a:spcBef>
              <a:spcAft>
                <a:spcPts val="0"/>
              </a:spcAft>
              <a:buClr>
                <a:schemeClr val="accent1"/>
              </a:buClr>
              <a:buSzPts val="11000"/>
              <a:buNone/>
              <a:defRPr sz="11000">
                <a:solidFill>
                  <a:schemeClr val="accent1"/>
                </a:solidFill>
              </a:defRPr>
            </a:lvl8pPr>
            <a:lvl9pPr lvl="8" rtl="0">
              <a:spcBef>
                <a:spcPts val="0"/>
              </a:spcBef>
              <a:spcAft>
                <a:spcPts val="0"/>
              </a:spcAft>
              <a:buClr>
                <a:schemeClr val="accent1"/>
              </a:buClr>
              <a:buSzPts val="11000"/>
              <a:buNone/>
              <a:defRPr sz="11000">
                <a:solidFill>
                  <a:schemeClr val="accent1"/>
                </a:solidFill>
              </a:defRPr>
            </a:lvl9pPr>
          </a:lstStyle>
          <a:p>
            <a:r>
              <a:t>xx%</a:t>
            </a:r>
          </a:p>
        </p:txBody>
      </p:sp>
      <p:sp>
        <p:nvSpPr>
          <p:cNvPr id="524" name="Google Shape;524;p67"/>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5" name="Google Shape;525;p67"/>
          <p:cNvSpPr txBox="1"/>
          <p:nvPr>
            <p:ph idx="1" type="subTitle"/>
          </p:nvPr>
        </p:nvSpPr>
        <p:spPr>
          <a:xfrm>
            <a:off x="4749900" y="3191875"/>
            <a:ext cx="3900600" cy="321000"/>
          </a:xfrm>
          <a:prstGeom prst="rect">
            <a:avLst/>
          </a:prstGeom>
        </p:spPr>
        <p:txBody>
          <a:bodyPr anchorCtr="0" anchor="t" bIns="0" lIns="0" spcFirstLastPara="1" rIns="0" wrap="square" tIns="0">
            <a:noAutofit/>
          </a:bodyPr>
          <a:lstStyle>
            <a:lvl1pPr lvl="0" rtl="0">
              <a:spcBef>
                <a:spcPts val="0"/>
              </a:spcBef>
              <a:spcAft>
                <a:spcPts val="0"/>
              </a:spcAft>
              <a:buSzPts val="1600"/>
              <a:buNone/>
              <a:defRPr b="1"/>
            </a:lvl1pPr>
            <a:lvl2pPr lvl="1" rtl="0">
              <a:spcBef>
                <a:spcPts val="1000"/>
              </a:spcBef>
              <a:spcAft>
                <a:spcPts val="0"/>
              </a:spcAft>
              <a:buSzPts val="1600"/>
              <a:buNone/>
              <a:defRPr b="1"/>
            </a:lvl2pPr>
            <a:lvl3pPr lvl="2" rtl="0">
              <a:spcBef>
                <a:spcPts val="1000"/>
              </a:spcBef>
              <a:spcAft>
                <a:spcPts val="0"/>
              </a:spcAft>
              <a:buSzPts val="1600"/>
              <a:buNone/>
              <a:defRPr b="1"/>
            </a:lvl3pPr>
            <a:lvl4pPr lvl="3" rtl="0">
              <a:spcBef>
                <a:spcPts val="1000"/>
              </a:spcBef>
              <a:spcAft>
                <a:spcPts val="0"/>
              </a:spcAft>
              <a:buSzPts val="1600"/>
              <a:buNone/>
              <a:defRPr b="1"/>
            </a:lvl4pPr>
            <a:lvl5pPr lvl="4" rtl="0">
              <a:spcBef>
                <a:spcPts val="1000"/>
              </a:spcBef>
              <a:spcAft>
                <a:spcPts val="0"/>
              </a:spcAft>
              <a:buSzPts val="1600"/>
              <a:buNone/>
              <a:defRPr b="1"/>
            </a:lvl5pPr>
            <a:lvl6pPr lvl="5" rtl="0">
              <a:spcBef>
                <a:spcPts val="1000"/>
              </a:spcBef>
              <a:spcAft>
                <a:spcPts val="0"/>
              </a:spcAft>
              <a:buSzPts val="1600"/>
              <a:buNone/>
              <a:defRPr b="1"/>
            </a:lvl6pPr>
            <a:lvl7pPr lvl="6" rtl="0">
              <a:spcBef>
                <a:spcPts val="1000"/>
              </a:spcBef>
              <a:spcAft>
                <a:spcPts val="0"/>
              </a:spcAft>
              <a:buSzPts val="1600"/>
              <a:buNone/>
              <a:defRPr b="1"/>
            </a:lvl7pPr>
            <a:lvl8pPr lvl="7" rtl="0">
              <a:spcBef>
                <a:spcPts val="1000"/>
              </a:spcBef>
              <a:spcAft>
                <a:spcPts val="0"/>
              </a:spcAft>
              <a:buSzPts val="1600"/>
              <a:buNone/>
              <a:defRPr b="1"/>
            </a:lvl8pPr>
            <a:lvl9pPr lvl="8" rtl="0">
              <a:spcBef>
                <a:spcPts val="1000"/>
              </a:spcBef>
              <a:spcAft>
                <a:spcPts val="1000"/>
              </a:spcAft>
              <a:buSzPts val="1600"/>
              <a:buNone/>
              <a:defRPr b="1"/>
            </a:lvl9pPr>
          </a:lstStyle>
          <a:p/>
        </p:txBody>
      </p:sp>
      <p:sp>
        <p:nvSpPr>
          <p:cNvPr id="526" name="Google Shape;526;p67"/>
          <p:cNvSpPr txBox="1"/>
          <p:nvPr>
            <p:ph idx="2" type="body"/>
          </p:nvPr>
        </p:nvSpPr>
        <p:spPr>
          <a:xfrm>
            <a:off x="433525" y="3570250"/>
            <a:ext cx="3900600" cy="7893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527" name="Google Shape;527;p67"/>
          <p:cNvSpPr txBox="1"/>
          <p:nvPr>
            <p:ph idx="3" type="subTitle"/>
          </p:nvPr>
        </p:nvSpPr>
        <p:spPr>
          <a:xfrm>
            <a:off x="431725" y="3191875"/>
            <a:ext cx="3900600" cy="3210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1600"/>
              <a:buNone/>
              <a:defRPr b="1">
                <a:solidFill>
                  <a:schemeClr val="dk1"/>
                </a:solidFill>
              </a:defRPr>
            </a:lvl1pPr>
            <a:lvl2pPr lvl="1" rtl="0">
              <a:spcBef>
                <a:spcPts val="1000"/>
              </a:spcBef>
              <a:spcAft>
                <a:spcPts val="0"/>
              </a:spcAft>
              <a:buClr>
                <a:schemeClr val="dk1"/>
              </a:buClr>
              <a:buSzPts val="1600"/>
              <a:buNone/>
              <a:defRPr b="1">
                <a:solidFill>
                  <a:schemeClr val="dk1"/>
                </a:solidFill>
              </a:defRPr>
            </a:lvl2pPr>
            <a:lvl3pPr lvl="2" rtl="0">
              <a:spcBef>
                <a:spcPts val="1000"/>
              </a:spcBef>
              <a:spcAft>
                <a:spcPts val="0"/>
              </a:spcAft>
              <a:buClr>
                <a:schemeClr val="dk1"/>
              </a:buClr>
              <a:buSzPts val="1600"/>
              <a:buNone/>
              <a:defRPr b="1">
                <a:solidFill>
                  <a:schemeClr val="dk1"/>
                </a:solidFill>
              </a:defRPr>
            </a:lvl3pPr>
            <a:lvl4pPr lvl="3" rtl="0">
              <a:spcBef>
                <a:spcPts val="1000"/>
              </a:spcBef>
              <a:spcAft>
                <a:spcPts val="0"/>
              </a:spcAft>
              <a:buClr>
                <a:schemeClr val="dk1"/>
              </a:buClr>
              <a:buSzPts val="1600"/>
              <a:buNone/>
              <a:defRPr b="1">
                <a:solidFill>
                  <a:schemeClr val="dk1"/>
                </a:solidFill>
              </a:defRPr>
            </a:lvl4pPr>
            <a:lvl5pPr lvl="4" rtl="0">
              <a:spcBef>
                <a:spcPts val="1000"/>
              </a:spcBef>
              <a:spcAft>
                <a:spcPts val="0"/>
              </a:spcAft>
              <a:buClr>
                <a:schemeClr val="dk1"/>
              </a:buClr>
              <a:buSzPts val="1600"/>
              <a:buNone/>
              <a:defRPr b="1">
                <a:solidFill>
                  <a:schemeClr val="dk1"/>
                </a:solidFill>
              </a:defRPr>
            </a:lvl5pPr>
            <a:lvl6pPr lvl="5" rtl="0">
              <a:spcBef>
                <a:spcPts val="1000"/>
              </a:spcBef>
              <a:spcAft>
                <a:spcPts val="0"/>
              </a:spcAft>
              <a:buClr>
                <a:schemeClr val="dk1"/>
              </a:buClr>
              <a:buSzPts val="1600"/>
              <a:buNone/>
              <a:defRPr b="1">
                <a:solidFill>
                  <a:schemeClr val="dk1"/>
                </a:solidFill>
              </a:defRPr>
            </a:lvl6pPr>
            <a:lvl7pPr lvl="6" rtl="0">
              <a:spcBef>
                <a:spcPts val="1000"/>
              </a:spcBef>
              <a:spcAft>
                <a:spcPts val="0"/>
              </a:spcAft>
              <a:buClr>
                <a:schemeClr val="dk1"/>
              </a:buClr>
              <a:buSzPts val="1600"/>
              <a:buNone/>
              <a:defRPr b="1">
                <a:solidFill>
                  <a:schemeClr val="dk1"/>
                </a:solidFill>
              </a:defRPr>
            </a:lvl7pPr>
            <a:lvl8pPr lvl="7" rtl="0">
              <a:spcBef>
                <a:spcPts val="1000"/>
              </a:spcBef>
              <a:spcAft>
                <a:spcPts val="0"/>
              </a:spcAft>
              <a:buClr>
                <a:schemeClr val="dk1"/>
              </a:buClr>
              <a:buSzPts val="1600"/>
              <a:buNone/>
              <a:defRPr b="1">
                <a:solidFill>
                  <a:schemeClr val="dk1"/>
                </a:solidFill>
              </a:defRPr>
            </a:lvl8pPr>
            <a:lvl9pPr lvl="8" rtl="0">
              <a:spcBef>
                <a:spcPts val="1000"/>
              </a:spcBef>
              <a:spcAft>
                <a:spcPts val="1000"/>
              </a:spcAft>
              <a:buClr>
                <a:schemeClr val="dk1"/>
              </a:buClr>
              <a:buSzPts val="1600"/>
              <a:buNone/>
              <a:defRPr b="1">
                <a:solidFill>
                  <a:schemeClr val="dk1"/>
                </a:solidFill>
              </a:defRPr>
            </a:lvl9pPr>
          </a:lstStyle>
          <a:p/>
        </p:txBody>
      </p:sp>
      <p:sp>
        <p:nvSpPr>
          <p:cNvPr id="528" name="Google Shape;528;p67"/>
          <p:cNvSpPr txBox="1"/>
          <p:nvPr>
            <p:ph idx="4" type="body"/>
          </p:nvPr>
        </p:nvSpPr>
        <p:spPr>
          <a:xfrm>
            <a:off x="4749900" y="3570250"/>
            <a:ext cx="3900600" cy="789300"/>
          </a:xfrm>
          <a:prstGeom prst="rect">
            <a:avLst/>
          </a:prstGeom>
        </p:spPr>
        <p:txBody>
          <a:bodyPr anchorCtr="0" anchor="t" bIns="0" lIns="0" spcFirstLastPara="1" rIns="0" wrap="square" tIns="0">
            <a:noAutofit/>
          </a:bodyPr>
          <a:lstStyle>
            <a:lvl1pPr indent="-317500" lvl="0" marL="457200" rtl="0">
              <a:spcBef>
                <a:spcPts val="0"/>
              </a:spcBef>
              <a:spcAft>
                <a:spcPts val="0"/>
              </a:spcAft>
              <a:buClr>
                <a:schemeClr val="accent2"/>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2"/>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2"/>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529" name="Google Shape;529;p67"/>
          <p:cNvSpPr txBox="1"/>
          <p:nvPr>
            <p:ph idx="5"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530" name="Google Shape;530;p67"/>
          <p:cNvSpPr txBox="1"/>
          <p:nvPr>
            <p:ph idx="6"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1" name="Google Shape;531;p67"/>
          <p:cNvSpPr txBox="1"/>
          <p:nvPr>
            <p:ph hasCustomPrompt="1" idx="7" type="title"/>
          </p:nvPr>
        </p:nvSpPr>
        <p:spPr>
          <a:xfrm>
            <a:off x="4749000" y="1308650"/>
            <a:ext cx="3902400" cy="1803300"/>
          </a:xfrm>
          <a:prstGeom prst="rect">
            <a:avLst/>
          </a:prstGeom>
        </p:spPr>
        <p:txBody>
          <a:bodyPr anchorCtr="0" anchor="t" bIns="0" lIns="0" spcFirstLastPara="1" rIns="0" wrap="square" tIns="0">
            <a:noAutofit/>
          </a:bodyPr>
          <a:lstStyle>
            <a:lvl1pPr lvl="0" rtl="0">
              <a:spcBef>
                <a:spcPts val="0"/>
              </a:spcBef>
              <a:spcAft>
                <a:spcPts val="0"/>
              </a:spcAft>
              <a:buClr>
                <a:schemeClr val="accent2"/>
              </a:buClr>
              <a:buSzPts val="11000"/>
              <a:buNone/>
              <a:defRPr sz="11000">
                <a:solidFill>
                  <a:schemeClr val="accent2"/>
                </a:solidFill>
              </a:defRPr>
            </a:lvl1pPr>
            <a:lvl2pPr lvl="1" rtl="0">
              <a:spcBef>
                <a:spcPts val="0"/>
              </a:spcBef>
              <a:spcAft>
                <a:spcPts val="0"/>
              </a:spcAft>
              <a:buClr>
                <a:schemeClr val="accent2"/>
              </a:buClr>
              <a:buSzPts val="11000"/>
              <a:buNone/>
              <a:defRPr sz="11000">
                <a:solidFill>
                  <a:schemeClr val="accent2"/>
                </a:solidFill>
              </a:defRPr>
            </a:lvl2pPr>
            <a:lvl3pPr lvl="2" rtl="0">
              <a:spcBef>
                <a:spcPts val="0"/>
              </a:spcBef>
              <a:spcAft>
                <a:spcPts val="0"/>
              </a:spcAft>
              <a:buClr>
                <a:schemeClr val="accent2"/>
              </a:buClr>
              <a:buSzPts val="11000"/>
              <a:buNone/>
              <a:defRPr sz="11000">
                <a:solidFill>
                  <a:schemeClr val="accent2"/>
                </a:solidFill>
              </a:defRPr>
            </a:lvl3pPr>
            <a:lvl4pPr lvl="3" rtl="0">
              <a:spcBef>
                <a:spcPts val="0"/>
              </a:spcBef>
              <a:spcAft>
                <a:spcPts val="0"/>
              </a:spcAft>
              <a:buClr>
                <a:schemeClr val="accent2"/>
              </a:buClr>
              <a:buSzPts val="11000"/>
              <a:buNone/>
              <a:defRPr sz="11000">
                <a:solidFill>
                  <a:schemeClr val="accent2"/>
                </a:solidFill>
              </a:defRPr>
            </a:lvl4pPr>
            <a:lvl5pPr lvl="4" rtl="0">
              <a:spcBef>
                <a:spcPts val="0"/>
              </a:spcBef>
              <a:spcAft>
                <a:spcPts val="0"/>
              </a:spcAft>
              <a:buClr>
                <a:schemeClr val="accent2"/>
              </a:buClr>
              <a:buSzPts val="11000"/>
              <a:buNone/>
              <a:defRPr sz="11000">
                <a:solidFill>
                  <a:schemeClr val="accent2"/>
                </a:solidFill>
              </a:defRPr>
            </a:lvl5pPr>
            <a:lvl6pPr lvl="5" rtl="0">
              <a:spcBef>
                <a:spcPts val="0"/>
              </a:spcBef>
              <a:spcAft>
                <a:spcPts val="0"/>
              </a:spcAft>
              <a:buClr>
                <a:schemeClr val="accent2"/>
              </a:buClr>
              <a:buSzPts val="11000"/>
              <a:buNone/>
              <a:defRPr sz="11000">
                <a:solidFill>
                  <a:schemeClr val="accent2"/>
                </a:solidFill>
              </a:defRPr>
            </a:lvl6pPr>
            <a:lvl7pPr lvl="6" rtl="0">
              <a:spcBef>
                <a:spcPts val="0"/>
              </a:spcBef>
              <a:spcAft>
                <a:spcPts val="0"/>
              </a:spcAft>
              <a:buClr>
                <a:schemeClr val="accent2"/>
              </a:buClr>
              <a:buSzPts val="11000"/>
              <a:buNone/>
              <a:defRPr sz="11000">
                <a:solidFill>
                  <a:schemeClr val="accent2"/>
                </a:solidFill>
              </a:defRPr>
            </a:lvl7pPr>
            <a:lvl8pPr lvl="7" rtl="0">
              <a:spcBef>
                <a:spcPts val="0"/>
              </a:spcBef>
              <a:spcAft>
                <a:spcPts val="0"/>
              </a:spcAft>
              <a:buClr>
                <a:schemeClr val="accent2"/>
              </a:buClr>
              <a:buSzPts val="11000"/>
              <a:buNone/>
              <a:defRPr sz="11000">
                <a:solidFill>
                  <a:schemeClr val="accent2"/>
                </a:solidFill>
              </a:defRPr>
            </a:lvl8pPr>
            <a:lvl9pPr lvl="8" rtl="0">
              <a:spcBef>
                <a:spcPts val="0"/>
              </a:spcBef>
              <a:spcAft>
                <a:spcPts val="0"/>
              </a:spcAft>
              <a:buClr>
                <a:schemeClr val="accent2"/>
              </a:buClr>
              <a:buSzPts val="11000"/>
              <a:buNone/>
              <a:defRPr sz="11000">
                <a:solidFill>
                  <a:schemeClr val="accent2"/>
                </a:solidFill>
              </a:defRPr>
            </a:lvl9pPr>
          </a:lstStyle>
          <a:p>
            <a:r>
              <a:t>xx%</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_3 big numbers">
  <p:cSld name="BIG_NUMBER_2_2_2">
    <p:spTree>
      <p:nvGrpSpPr>
        <p:cNvPr id="532" name="Shape 532"/>
        <p:cNvGrpSpPr/>
        <p:nvPr/>
      </p:nvGrpSpPr>
      <p:grpSpPr>
        <a:xfrm>
          <a:off x="0" y="0"/>
          <a:ext cx="0" cy="0"/>
          <a:chOff x="0" y="0"/>
          <a:chExt cx="0" cy="0"/>
        </a:xfrm>
      </p:grpSpPr>
      <p:sp>
        <p:nvSpPr>
          <p:cNvPr id="533" name="Google Shape;533;p68"/>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4" name="Google Shape;534;p68"/>
          <p:cNvSpPr txBox="1"/>
          <p:nvPr>
            <p:ph hasCustomPrompt="1" type="title"/>
          </p:nvPr>
        </p:nvSpPr>
        <p:spPr>
          <a:xfrm>
            <a:off x="431725" y="2146850"/>
            <a:ext cx="2484000" cy="10554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1"/>
              </a:buClr>
              <a:buSzPts val="7000"/>
              <a:buNone/>
              <a:defRPr sz="7000">
                <a:solidFill>
                  <a:schemeClr val="accent1"/>
                </a:solidFill>
              </a:defRPr>
            </a:lvl1pPr>
            <a:lvl2pPr lvl="1" rtl="0" algn="ctr">
              <a:spcBef>
                <a:spcPts val="0"/>
              </a:spcBef>
              <a:spcAft>
                <a:spcPts val="0"/>
              </a:spcAft>
              <a:buClr>
                <a:schemeClr val="accent1"/>
              </a:buClr>
              <a:buSzPts val="7000"/>
              <a:buNone/>
              <a:defRPr sz="7000">
                <a:solidFill>
                  <a:schemeClr val="accent1"/>
                </a:solidFill>
              </a:defRPr>
            </a:lvl2pPr>
            <a:lvl3pPr lvl="2" rtl="0" algn="ctr">
              <a:spcBef>
                <a:spcPts val="0"/>
              </a:spcBef>
              <a:spcAft>
                <a:spcPts val="0"/>
              </a:spcAft>
              <a:buClr>
                <a:schemeClr val="accent1"/>
              </a:buClr>
              <a:buSzPts val="7000"/>
              <a:buNone/>
              <a:defRPr sz="7000">
                <a:solidFill>
                  <a:schemeClr val="accent1"/>
                </a:solidFill>
              </a:defRPr>
            </a:lvl3pPr>
            <a:lvl4pPr lvl="3" rtl="0" algn="ctr">
              <a:spcBef>
                <a:spcPts val="0"/>
              </a:spcBef>
              <a:spcAft>
                <a:spcPts val="0"/>
              </a:spcAft>
              <a:buClr>
                <a:schemeClr val="accent1"/>
              </a:buClr>
              <a:buSzPts val="7000"/>
              <a:buNone/>
              <a:defRPr sz="7000">
                <a:solidFill>
                  <a:schemeClr val="accent1"/>
                </a:solidFill>
              </a:defRPr>
            </a:lvl4pPr>
            <a:lvl5pPr lvl="4" rtl="0" algn="ctr">
              <a:spcBef>
                <a:spcPts val="0"/>
              </a:spcBef>
              <a:spcAft>
                <a:spcPts val="0"/>
              </a:spcAft>
              <a:buClr>
                <a:schemeClr val="accent1"/>
              </a:buClr>
              <a:buSzPts val="7000"/>
              <a:buNone/>
              <a:defRPr sz="7000">
                <a:solidFill>
                  <a:schemeClr val="accent1"/>
                </a:solidFill>
              </a:defRPr>
            </a:lvl5pPr>
            <a:lvl6pPr lvl="5" rtl="0" algn="ctr">
              <a:spcBef>
                <a:spcPts val="0"/>
              </a:spcBef>
              <a:spcAft>
                <a:spcPts val="0"/>
              </a:spcAft>
              <a:buClr>
                <a:schemeClr val="accent1"/>
              </a:buClr>
              <a:buSzPts val="7000"/>
              <a:buNone/>
              <a:defRPr sz="7000">
                <a:solidFill>
                  <a:schemeClr val="accent1"/>
                </a:solidFill>
              </a:defRPr>
            </a:lvl6pPr>
            <a:lvl7pPr lvl="6" rtl="0" algn="ctr">
              <a:spcBef>
                <a:spcPts val="0"/>
              </a:spcBef>
              <a:spcAft>
                <a:spcPts val="0"/>
              </a:spcAft>
              <a:buClr>
                <a:schemeClr val="accent1"/>
              </a:buClr>
              <a:buSzPts val="7000"/>
              <a:buNone/>
              <a:defRPr sz="7000">
                <a:solidFill>
                  <a:schemeClr val="accent1"/>
                </a:solidFill>
              </a:defRPr>
            </a:lvl7pPr>
            <a:lvl8pPr lvl="7" rtl="0" algn="ctr">
              <a:spcBef>
                <a:spcPts val="0"/>
              </a:spcBef>
              <a:spcAft>
                <a:spcPts val="0"/>
              </a:spcAft>
              <a:buClr>
                <a:schemeClr val="accent1"/>
              </a:buClr>
              <a:buSzPts val="7000"/>
              <a:buNone/>
              <a:defRPr sz="7000">
                <a:solidFill>
                  <a:schemeClr val="accent1"/>
                </a:solidFill>
              </a:defRPr>
            </a:lvl8pPr>
            <a:lvl9pPr lvl="8" rtl="0" algn="ctr">
              <a:spcBef>
                <a:spcPts val="0"/>
              </a:spcBef>
              <a:spcAft>
                <a:spcPts val="0"/>
              </a:spcAft>
              <a:buClr>
                <a:schemeClr val="accent1"/>
              </a:buClr>
              <a:buSzPts val="7000"/>
              <a:buNone/>
              <a:defRPr sz="7000">
                <a:solidFill>
                  <a:schemeClr val="accent1"/>
                </a:solidFill>
              </a:defRPr>
            </a:lvl9pPr>
          </a:lstStyle>
          <a:p>
            <a:r>
              <a:t>xx%</a:t>
            </a:r>
          </a:p>
        </p:txBody>
      </p:sp>
      <p:sp>
        <p:nvSpPr>
          <p:cNvPr id="535" name="Google Shape;535;p68"/>
          <p:cNvSpPr txBox="1"/>
          <p:nvPr>
            <p:ph hasCustomPrompt="1" idx="2" type="title"/>
          </p:nvPr>
        </p:nvSpPr>
        <p:spPr>
          <a:xfrm>
            <a:off x="6228324" y="2146850"/>
            <a:ext cx="2484000" cy="10554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3"/>
              </a:buClr>
              <a:buSzPts val="7000"/>
              <a:buNone/>
              <a:defRPr sz="7000">
                <a:solidFill>
                  <a:schemeClr val="accent3"/>
                </a:solidFill>
              </a:defRPr>
            </a:lvl1pPr>
            <a:lvl2pPr lvl="1" rtl="0" algn="ctr">
              <a:spcBef>
                <a:spcPts val="0"/>
              </a:spcBef>
              <a:spcAft>
                <a:spcPts val="0"/>
              </a:spcAft>
              <a:buClr>
                <a:schemeClr val="accent3"/>
              </a:buClr>
              <a:buSzPts val="7000"/>
              <a:buNone/>
              <a:defRPr sz="7000">
                <a:solidFill>
                  <a:schemeClr val="accent3"/>
                </a:solidFill>
              </a:defRPr>
            </a:lvl2pPr>
            <a:lvl3pPr lvl="2" rtl="0" algn="ctr">
              <a:spcBef>
                <a:spcPts val="0"/>
              </a:spcBef>
              <a:spcAft>
                <a:spcPts val="0"/>
              </a:spcAft>
              <a:buClr>
                <a:schemeClr val="accent3"/>
              </a:buClr>
              <a:buSzPts val="7000"/>
              <a:buNone/>
              <a:defRPr sz="7000">
                <a:solidFill>
                  <a:schemeClr val="accent3"/>
                </a:solidFill>
              </a:defRPr>
            </a:lvl3pPr>
            <a:lvl4pPr lvl="3" rtl="0" algn="ctr">
              <a:spcBef>
                <a:spcPts val="0"/>
              </a:spcBef>
              <a:spcAft>
                <a:spcPts val="0"/>
              </a:spcAft>
              <a:buClr>
                <a:schemeClr val="accent3"/>
              </a:buClr>
              <a:buSzPts val="7000"/>
              <a:buNone/>
              <a:defRPr sz="7000">
                <a:solidFill>
                  <a:schemeClr val="accent3"/>
                </a:solidFill>
              </a:defRPr>
            </a:lvl4pPr>
            <a:lvl5pPr lvl="4" rtl="0" algn="ctr">
              <a:spcBef>
                <a:spcPts val="0"/>
              </a:spcBef>
              <a:spcAft>
                <a:spcPts val="0"/>
              </a:spcAft>
              <a:buClr>
                <a:schemeClr val="accent3"/>
              </a:buClr>
              <a:buSzPts val="7000"/>
              <a:buNone/>
              <a:defRPr sz="7000">
                <a:solidFill>
                  <a:schemeClr val="accent3"/>
                </a:solidFill>
              </a:defRPr>
            </a:lvl5pPr>
            <a:lvl6pPr lvl="5" rtl="0" algn="ctr">
              <a:spcBef>
                <a:spcPts val="0"/>
              </a:spcBef>
              <a:spcAft>
                <a:spcPts val="0"/>
              </a:spcAft>
              <a:buClr>
                <a:schemeClr val="accent3"/>
              </a:buClr>
              <a:buSzPts val="7000"/>
              <a:buNone/>
              <a:defRPr sz="7000">
                <a:solidFill>
                  <a:schemeClr val="accent3"/>
                </a:solidFill>
              </a:defRPr>
            </a:lvl6pPr>
            <a:lvl7pPr lvl="6" rtl="0" algn="ctr">
              <a:spcBef>
                <a:spcPts val="0"/>
              </a:spcBef>
              <a:spcAft>
                <a:spcPts val="0"/>
              </a:spcAft>
              <a:buClr>
                <a:schemeClr val="accent3"/>
              </a:buClr>
              <a:buSzPts val="7000"/>
              <a:buNone/>
              <a:defRPr sz="7000">
                <a:solidFill>
                  <a:schemeClr val="accent3"/>
                </a:solidFill>
              </a:defRPr>
            </a:lvl7pPr>
            <a:lvl8pPr lvl="7" rtl="0" algn="ctr">
              <a:spcBef>
                <a:spcPts val="0"/>
              </a:spcBef>
              <a:spcAft>
                <a:spcPts val="0"/>
              </a:spcAft>
              <a:buClr>
                <a:schemeClr val="accent3"/>
              </a:buClr>
              <a:buSzPts val="7000"/>
              <a:buNone/>
              <a:defRPr sz="7000">
                <a:solidFill>
                  <a:schemeClr val="accent3"/>
                </a:solidFill>
              </a:defRPr>
            </a:lvl8pPr>
            <a:lvl9pPr lvl="8" rtl="0" algn="ctr">
              <a:spcBef>
                <a:spcPts val="0"/>
              </a:spcBef>
              <a:spcAft>
                <a:spcPts val="0"/>
              </a:spcAft>
              <a:buClr>
                <a:schemeClr val="accent3"/>
              </a:buClr>
              <a:buSzPts val="7000"/>
              <a:buNone/>
              <a:defRPr sz="7000">
                <a:solidFill>
                  <a:schemeClr val="accent3"/>
                </a:solidFill>
              </a:defRPr>
            </a:lvl9pPr>
          </a:lstStyle>
          <a:p>
            <a:r>
              <a:t>xx%</a:t>
            </a:r>
          </a:p>
        </p:txBody>
      </p:sp>
      <p:sp>
        <p:nvSpPr>
          <p:cNvPr id="536" name="Google Shape;536;p68"/>
          <p:cNvSpPr txBox="1"/>
          <p:nvPr>
            <p:ph idx="1"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537" name="Google Shape;537;p68"/>
          <p:cNvSpPr txBox="1"/>
          <p:nvPr>
            <p:ph idx="3"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8" name="Google Shape;538;p68"/>
          <p:cNvSpPr txBox="1"/>
          <p:nvPr>
            <p:ph hasCustomPrompt="1" idx="4" type="title"/>
          </p:nvPr>
        </p:nvSpPr>
        <p:spPr>
          <a:xfrm>
            <a:off x="3330025" y="2146850"/>
            <a:ext cx="2484000" cy="1055400"/>
          </a:xfrm>
          <a:prstGeom prst="rect">
            <a:avLst/>
          </a:prstGeom>
        </p:spPr>
        <p:txBody>
          <a:bodyPr anchorCtr="0" anchor="t" bIns="0" lIns="0" spcFirstLastPara="1" rIns="0" wrap="square" tIns="0">
            <a:noAutofit/>
          </a:bodyPr>
          <a:lstStyle>
            <a:lvl1pPr lvl="0" rtl="0" algn="ctr">
              <a:spcBef>
                <a:spcPts val="0"/>
              </a:spcBef>
              <a:spcAft>
                <a:spcPts val="0"/>
              </a:spcAft>
              <a:buClr>
                <a:schemeClr val="accent2"/>
              </a:buClr>
              <a:buSzPts val="7000"/>
              <a:buNone/>
              <a:defRPr sz="7000">
                <a:solidFill>
                  <a:schemeClr val="accent2"/>
                </a:solidFill>
              </a:defRPr>
            </a:lvl1pPr>
            <a:lvl2pPr lvl="1" rtl="0" algn="ctr">
              <a:spcBef>
                <a:spcPts val="0"/>
              </a:spcBef>
              <a:spcAft>
                <a:spcPts val="0"/>
              </a:spcAft>
              <a:buClr>
                <a:schemeClr val="accent2"/>
              </a:buClr>
              <a:buSzPts val="7000"/>
              <a:buNone/>
              <a:defRPr sz="7000">
                <a:solidFill>
                  <a:schemeClr val="accent2"/>
                </a:solidFill>
              </a:defRPr>
            </a:lvl2pPr>
            <a:lvl3pPr lvl="2" rtl="0" algn="ctr">
              <a:spcBef>
                <a:spcPts val="0"/>
              </a:spcBef>
              <a:spcAft>
                <a:spcPts val="0"/>
              </a:spcAft>
              <a:buClr>
                <a:schemeClr val="accent2"/>
              </a:buClr>
              <a:buSzPts val="7000"/>
              <a:buNone/>
              <a:defRPr sz="7000">
                <a:solidFill>
                  <a:schemeClr val="accent2"/>
                </a:solidFill>
              </a:defRPr>
            </a:lvl3pPr>
            <a:lvl4pPr lvl="3" rtl="0" algn="ctr">
              <a:spcBef>
                <a:spcPts val="0"/>
              </a:spcBef>
              <a:spcAft>
                <a:spcPts val="0"/>
              </a:spcAft>
              <a:buClr>
                <a:schemeClr val="accent2"/>
              </a:buClr>
              <a:buSzPts val="7000"/>
              <a:buNone/>
              <a:defRPr sz="7000">
                <a:solidFill>
                  <a:schemeClr val="accent2"/>
                </a:solidFill>
              </a:defRPr>
            </a:lvl4pPr>
            <a:lvl5pPr lvl="4" rtl="0" algn="ctr">
              <a:spcBef>
                <a:spcPts val="0"/>
              </a:spcBef>
              <a:spcAft>
                <a:spcPts val="0"/>
              </a:spcAft>
              <a:buClr>
                <a:schemeClr val="accent2"/>
              </a:buClr>
              <a:buSzPts val="7000"/>
              <a:buNone/>
              <a:defRPr sz="7000">
                <a:solidFill>
                  <a:schemeClr val="accent2"/>
                </a:solidFill>
              </a:defRPr>
            </a:lvl5pPr>
            <a:lvl6pPr lvl="5" rtl="0" algn="ctr">
              <a:spcBef>
                <a:spcPts val="0"/>
              </a:spcBef>
              <a:spcAft>
                <a:spcPts val="0"/>
              </a:spcAft>
              <a:buClr>
                <a:schemeClr val="accent2"/>
              </a:buClr>
              <a:buSzPts val="7000"/>
              <a:buNone/>
              <a:defRPr sz="7000">
                <a:solidFill>
                  <a:schemeClr val="accent2"/>
                </a:solidFill>
              </a:defRPr>
            </a:lvl6pPr>
            <a:lvl7pPr lvl="6" rtl="0" algn="ctr">
              <a:spcBef>
                <a:spcPts val="0"/>
              </a:spcBef>
              <a:spcAft>
                <a:spcPts val="0"/>
              </a:spcAft>
              <a:buClr>
                <a:schemeClr val="accent2"/>
              </a:buClr>
              <a:buSzPts val="7000"/>
              <a:buNone/>
              <a:defRPr sz="7000">
                <a:solidFill>
                  <a:schemeClr val="accent2"/>
                </a:solidFill>
              </a:defRPr>
            </a:lvl7pPr>
            <a:lvl8pPr lvl="7" rtl="0" algn="ctr">
              <a:spcBef>
                <a:spcPts val="0"/>
              </a:spcBef>
              <a:spcAft>
                <a:spcPts val="0"/>
              </a:spcAft>
              <a:buClr>
                <a:schemeClr val="accent2"/>
              </a:buClr>
              <a:buSzPts val="7000"/>
              <a:buNone/>
              <a:defRPr sz="7000">
                <a:solidFill>
                  <a:schemeClr val="accent2"/>
                </a:solidFill>
              </a:defRPr>
            </a:lvl8pPr>
            <a:lvl9pPr lvl="8" rtl="0" algn="ctr">
              <a:spcBef>
                <a:spcPts val="0"/>
              </a:spcBef>
              <a:spcAft>
                <a:spcPts val="0"/>
              </a:spcAft>
              <a:buClr>
                <a:schemeClr val="accent2"/>
              </a:buClr>
              <a:buSzPts val="7000"/>
              <a:buNone/>
              <a:defRPr sz="7000">
                <a:solidFill>
                  <a:schemeClr val="accent2"/>
                </a:solidFill>
              </a:defRPr>
            </a:lvl9pPr>
          </a:lstStyle>
          <a:p>
            <a:r>
              <a:t>xx%</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_3 big numbers, subtitle">
  <p:cSld name="BIG_NUMBER_2_2_1_2">
    <p:spTree>
      <p:nvGrpSpPr>
        <p:cNvPr id="539" name="Shape 539"/>
        <p:cNvGrpSpPr/>
        <p:nvPr/>
      </p:nvGrpSpPr>
      <p:grpSpPr>
        <a:xfrm>
          <a:off x="0" y="0"/>
          <a:ext cx="0" cy="0"/>
          <a:chOff x="0" y="0"/>
          <a:chExt cx="0" cy="0"/>
        </a:xfrm>
      </p:grpSpPr>
      <p:sp>
        <p:nvSpPr>
          <p:cNvPr id="540" name="Google Shape;540;p69"/>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1" name="Google Shape;541;p69"/>
          <p:cNvSpPr txBox="1"/>
          <p:nvPr>
            <p:ph hasCustomPrompt="1" type="title"/>
          </p:nvPr>
        </p:nvSpPr>
        <p:spPr>
          <a:xfrm>
            <a:off x="431725" y="1842050"/>
            <a:ext cx="2484000" cy="10554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7000"/>
              <a:buNone/>
              <a:defRPr sz="7000">
                <a:solidFill>
                  <a:schemeClr val="accent1"/>
                </a:solidFill>
              </a:defRPr>
            </a:lvl1pPr>
            <a:lvl2pPr lvl="1" rtl="0">
              <a:spcBef>
                <a:spcPts val="0"/>
              </a:spcBef>
              <a:spcAft>
                <a:spcPts val="0"/>
              </a:spcAft>
              <a:buClr>
                <a:schemeClr val="accent1"/>
              </a:buClr>
              <a:buSzPts val="7000"/>
              <a:buNone/>
              <a:defRPr sz="7000">
                <a:solidFill>
                  <a:schemeClr val="accent1"/>
                </a:solidFill>
              </a:defRPr>
            </a:lvl2pPr>
            <a:lvl3pPr lvl="2" rtl="0">
              <a:spcBef>
                <a:spcPts val="0"/>
              </a:spcBef>
              <a:spcAft>
                <a:spcPts val="0"/>
              </a:spcAft>
              <a:buClr>
                <a:schemeClr val="accent1"/>
              </a:buClr>
              <a:buSzPts val="7000"/>
              <a:buNone/>
              <a:defRPr sz="7000">
                <a:solidFill>
                  <a:schemeClr val="accent1"/>
                </a:solidFill>
              </a:defRPr>
            </a:lvl3pPr>
            <a:lvl4pPr lvl="3" rtl="0">
              <a:spcBef>
                <a:spcPts val="0"/>
              </a:spcBef>
              <a:spcAft>
                <a:spcPts val="0"/>
              </a:spcAft>
              <a:buClr>
                <a:schemeClr val="accent1"/>
              </a:buClr>
              <a:buSzPts val="7000"/>
              <a:buNone/>
              <a:defRPr sz="7000">
                <a:solidFill>
                  <a:schemeClr val="accent1"/>
                </a:solidFill>
              </a:defRPr>
            </a:lvl4pPr>
            <a:lvl5pPr lvl="4" rtl="0">
              <a:spcBef>
                <a:spcPts val="0"/>
              </a:spcBef>
              <a:spcAft>
                <a:spcPts val="0"/>
              </a:spcAft>
              <a:buClr>
                <a:schemeClr val="accent1"/>
              </a:buClr>
              <a:buSzPts val="7000"/>
              <a:buNone/>
              <a:defRPr sz="7000">
                <a:solidFill>
                  <a:schemeClr val="accent1"/>
                </a:solidFill>
              </a:defRPr>
            </a:lvl5pPr>
            <a:lvl6pPr lvl="5" rtl="0">
              <a:spcBef>
                <a:spcPts val="0"/>
              </a:spcBef>
              <a:spcAft>
                <a:spcPts val="0"/>
              </a:spcAft>
              <a:buClr>
                <a:schemeClr val="accent1"/>
              </a:buClr>
              <a:buSzPts val="7000"/>
              <a:buNone/>
              <a:defRPr sz="7000">
                <a:solidFill>
                  <a:schemeClr val="accent1"/>
                </a:solidFill>
              </a:defRPr>
            </a:lvl6pPr>
            <a:lvl7pPr lvl="6" rtl="0">
              <a:spcBef>
                <a:spcPts val="0"/>
              </a:spcBef>
              <a:spcAft>
                <a:spcPts val="0"/>
              </a:spcAft>
              <a:buClr>
                <a:schemeClr val="accent1"/>
              </a:buClr>
              <a:buSzPts val="7000"/>
              <a:buNone/>
              <a:defRPr sz="7000">
                <a:solidFill>
                  <a:schemeClr val="accent1"/>
                </a:solidFill>
              </a:defRPr>
            </a:lvl7pPr>
            <a:lvl8pPr lvl="7" rtl="0">
              <a:spcBef>
                <a:spcPts val="0"/>
              </a:spcBef>
              <a:spcAft>
                <a:spcPts val="0"/>
              </a:spcAft>
              <a:buClr>
                <a:schemeClr val="accent1"/>
              </a:buClr>
              <a:buSzPts val="7000"/>
              <a:buNone/>
              <a:defRPr sz="7000">
                <a:solidFill>
                  <a:schemeClr val="accent1"/>
                </a:solidFill>
              </a:defRPr>
            </a:lvl8pPr>
            <a:lvl9pPr lvl="8" rtl="0">
              <a:spcBef>
                <a:spcPts val="0"/>
              </a:spcBef>
              <a:spcAft>
                <a:spcPts val="0"/>
              </a:spcAft>
              <a:buClr>
                <a:schemeClr val="accent1"/>
              </a:buClr>
              <a:buSzPts val="7000"/>
              <a:buNone/>
              <a:defRPr sz="7000">
                <a:solidFill>
                  <a:schemeClr val="accent1"/>
                </a:solidFill>
              </a:defRPr>
            </a:lvl9pPr>
          </a:lstStyle>
          <a:p>
            <a:r>
              <a:t>xx%</a:t>
            </a:r>
          </a:p>
        </p:txBody>
      </p:sp>
      <p:sp>
        <p:nvSpPr>
          <p:cNvPr id="542" name="Google Shape;542;p69"/>
          <p:cNvSpPr txBox="1"/>
          <p:nvPr>
            <p:ph hasCustomPrompt="1" idx="2" type="title"/>
          </p:nvPr>
        </p:nvSpPr>
        <p:spPr>
          <a:xfrm>
            <a:off x="6228324" y="1842050"/>
            <a:ext cx="2484000" cy="1055400"/>
          </a:xfrm>
          <a:prstGeom prst="rect">
            <a:avLst/>
          </a:prstGeom>
        </p:spPr>
        <p:txBody>
          <a:bodyPr anchorCtr="0" anchor="t" bIns="0" lIns="0" spcFirstLastPara="1" rIns="0" wrap="square" tIns="0">
            <a:noAutofit/>
          </a:bodyPr>
          <a:lstStyle>
            <a:lvl1pPr lvl="0" rtl="0">
              <a:spcBef>
                <a:spcPts val="0"/>
              </a:spcBef>
              <a:spcAft>
                <a:spcPts val="0"/>
              </a:spcAft>
              <a:buClr>
                <a:schemeClr val="accent3"/>
              </a:buClr>
              <a:buSzPts val="7000"/>
              <a:buNone/>
              <a:defRPr sz="7000">
                <a:solidFill>
                  <a:schemeClr val="accent3"/>
                </a:solidFill>
              </a:defRPr>
            </a:lvl1pPr>
            <a:lvl2pPr lvl="1" rtl="0">
              <a:spcBef>
                <a:spcPts val="0"/>
              </a:spcBef>
              <a:spcAft>
                <a:spcPts val="0"/>
              </a:spcAft>
              <a:buClr>
                <a:schemeClr val="accent3"/>
              </a:buClr>
              <a:buSzPts val="7000"/>
              <a:buNone/>
              <a:defRPr sz="7000">
                <a:solidFill>
                  <a:schemeClr val="accent3"/>
                </a:solidFill>
              </a:defRPr>
            </a:lvl2pPr>
            <a:lvl3pPr lvl="2" rtl="0">
              <a:spcBef>
                <a:spcPts val="0"/>
              </a:spcBef>
              <a:spcAft>
                <a:spcPts val="0"/>
              </a:spcAft>
              <a:buClr>
                <a:schemeClr val="accent3"/>
              </a:buClr>
              <a:buSzPts val="7000"/>
              <a:buNone/>
              <a:defRPr sz="7000">
                <a:solidFill>
                  <a:schemeClr val="accent3"/>
                </a:solidFill>
              </a:defRPr>
            </a:lvl3pPr>
            <a:lvl4pPr lvl="3" rtl="0">
              <a:spcBef>
                <a:spcPts val="0"/>
              </a:spcBef>
              <a:spcAft>
                <a:spcPts val="0"/>
              </a:spcAft>
              <a:buClr>
                <a:schemeClr val="accent3"/>
              </a:buClr>
              <a:buSzPts val="7000"/>
              <a:buNone/>
              <a:defRPr sz="7000">
                <a:solidFill>
                  <a:schemeClr val="accent3"/>
                </a:solidFill>
              </a:defRPr>
            </a:lvl4pPr>
            <a:lvl5pPr lvl="4" rtl="0">
              <a:spcBef>
                <a:spcPts val="0"/>
              </a:spcBef>
              <a:spcAft>
                <a:spcPts val="0"/>
              </a:spcAft>
              <a:buClr>
                <a:schemeClr val="accent3"/>
              </a:buClr>
              <a:buSzPts val="7000"/>
              <a:buNone/>
              <a:defRPr sz="7000">
                <a:solidFill>
                  <a:schemeClr val="accent3"/>
                </a:solidFill>
              </a:defRPr>
            </a:lvl5pPr>
            <a:lvl6pPr lvl="5" rtl="0">
              <a:spcBef>
                <a:spcPts val="0"/>
              </a:spcBef>
              <a:spcAft>
                <a:spcPts val="0"/>
              </a:spcAft>
              <a:buClr>
                <a:schemeClr val="accent3"/>
              </a:buClr>
              <a:buSzPts val="7000"/>
              <a:buNone/>
              <a:defRPr sz="7000">
                <a:solidFill>
                  <a:schemeClr val="accent3"/>
                </a:solidFill>
              </a:defRPr>
            </a:lvl6pPr>
            <a:lvl7pPr lvl="6" rtl="0">
              <a:spcBef>
                <a:spcPts val="0"/>
              </a:spcBef>
              <a:spcAft>
                <a:spcPts val="0"/>
              </a:spcAft>
              <a:buClr>
                <a:schemeClr val="accent3"/>
              </a:buClr>
              <a:buSzPts val="7000"/>
              <a:buNone/>
              <a:defRPr sz="7000">
                <a:solidFill>
                  <a:schemeClr val="accent3"/>
                </a:solidFill>
              </a:defRPr>
            </a:lvl7pPr>
            <a:lvl8pPr lvl="7" rtl="0">
              <a:spcBef>
                <a:spcPts val="0"/>
              </a:spcBef>
              <a:spcAft>
                <a:spcPts val="0"/>
              </a:spcAft>
              <a:buClr>
                <a:schemeClr val="accent3"/>
              </a:buClr>
              <a:buSzPts val="7000"/>
              <a:buNone/>
              <a:defRPr sz="7000">
                <a:solidFill>
                  <a:schemeClr val="accent3"/>
                </a:solidFill>
              </a:defRPr>
            </a:lvl8pPr>
            <a:lvl9pPr lvl="8" rtl="0">
              <a:spcBef>
                <a:spcPts val="0"/>
              </a:spcBef>
              <a:spcAft>
                <a:spcPts val="0"/>
              </a:spcAft>
              <a:buClr>
                <a:schemeClr val="accent3"/>
              </a:buClr>
              <a:buSzPts val="7000"/>
              <a:buNone/>
              <a:defRPr sz="7000">
                <a:solidFill>
                  <a:schemeClr val="accent3"/>
                </a:solidFill>
              </a:defRPr>
            </a:lvl9pPr>
          </a:lstStyle>
          <a:p>
            <a:r>
              <a:t>xx%</a:t>
            </a:r>
          </a:p>
        </p:txBody>
      </p:sp>
      <p:sp>
        <p:nvSpPr>
          <p:cNvPr id="543" name="Google Shape;543;p69"/>
          <p:cNvSpPr txBox="1"/>
          <p:nvPr>
            <p:ph idx="1" type="subTitle"/>
          </p:nvPr>
        </p:nvSpPr>
        <p:spPr>
          <a:xfrm>
            <a:off x="3330025" y="3115675"/>
            <a:ext cx="2484000" cy="321000"/>
          </a:xfrm>
          <a:prstGeom prst="rect">
            <a:avLst/>
          </a:prstGeom>
        </p:spPr>
        <p:txBody>
          <a:bodyPr anchorCtr="0" anchor="t" bIns="0" lIns="0" spcFirstLastPara="1" rIns="0" wrap="square" tIns="0">
            <a:noAutofit/>
          </a:bodyPr>
          <a:lstStyle>
            <a:lvl1pPr lvl="0" rtl="0">
              <a:spcBef>
                <a:spcPts val="0"/>
              </a:spcBef>
              <a:spcAft>
                <a:spcPts val="0"/>
              </a:spcAft>
              <a:buSzPts val="1600"/>
              <a:buNone/>
              <a:defRPr b="1"/>
            </a:lvl1pPr>
            <a:lvl2pPr lvl="1" rtl="0">
              <a:spcBef>
                <a:spcPts val="1000"/>
              </a:spcBef>
              <a:spcAft>
                <a:spcPts val="0"/>
              </a:spcAft>
              <a:buSzPts val="1600"/>
              <a:buNone/>
              <a:defRPr b="1"/>
            </a:lvl2pPr>
            <a:lvl3pPr lvl="2" rtl="0">
              <a:spcBef>
                <a:spcPts val="1000"/>
              </a:spcBef>
              <a:spcAft>
                <a:spcPts val="0"/>
              </a:spcAft>
              <a:buSzPts val="1600"/>
              <a:buNone/>
              <a:defRPr b="1"/>
            </a:lvl3pPr>
            <a:lvl4pPr lvl="3" rtl="0">
              <a:spcBef>
                <a:spcPts val="1000"/>
              </a:spcBef>
              <a:spcAft>
                <a:spcPts val="0"/>
              </a:spcAft>
              <a:buSzPts val="1600"/>
              <a:buNone/>
              <a:defRPr b="1"/>
            </a:lvl4pPr>
            <a:lvl5pPr lvl="4" rtl="0">
              <a:spcBef>
                <a:spcPts val="1000"/>
              </a:spcBef>
              <a:spcAft>
                <a:spcPts val="0"/>
              </a:spcAft>
              <a:buSzPts val="1600"/>
              <a:buNone/>
              <a:defRPr b="1"/>
            </a:lvl5pPr>
            <a:lvl6pPr lvl="5" rtl="0">
              <a:spcBef>
                <a:spcPts val="1000"/>
              </a:spcBef>
              <a:spcAft>
                <a:spcPts val="0"/>
              </a:spcAft>
              <a:buSzPts val="1600"/>
              <a:buNone/>
              <a:defRPr b="1"/>
            </a:lvl6pPr>
            <a:lvl7pPr lvl="6" rtl="0">
              <a:spcBef>
                <a:spcPts val="1000"/>
              </a:spcBef>
              <a:spcAft>
                <a:spcPts val="0"/>
              </a:spcAft>
              <a:buSzPts val="1600"/>
              <a:buNone/>
              <a:defRPr b="1"/>
            </a:lvl7pPr>
            <a:lvl8pPr lvl="7" rtl="0">
              <a:spcBef>
                <a:spcPts val="1000"/>
              </a:spcBef>
              <a:spcAft>
                <a:spcPts val="0"/>
              </a:spcAft>
              <a:buSzPts val="1600"/>
              <a:buNone/>
              <a:defRPr b="1"/>
            </a:lvl8pPr>
            <a:lvl9pPr lvl="8" rtl="0">
              <a:spcBef>
                <a:spcPts val="1000"/>
              </a:spcBef>
              <a:spcAft>
                <a:spcPts val="1000"/>
              </a:spcAft>
              <a:buSzPts val="1600"/>
              <a:buNone/>
              <a:defRPr b="1"/>
            </a:lvl9pPr>
          </a:lstStyle>
          <a:p/>
        </p:txBody>
      </p:sp>
      <p:sp>
        <p:nvSpPr>
          <p:cNvPr id="544" name="Google Shape;544;p69"/>
          <p:cNvSpPr txBox="1"/>
          <p:nvPr>
            <p:ph idx="3" type="subTitle"/>
          </p:nvPr>
        </p:nvSpPr>
        <p:spPr>
          <a:xfrm>
            <a:off x="6228325" y="3115675"/>
            <a:ext cx="2484000" cy="321000"/>
          </a:xfrm>
          <a:prstGeom prst="rect">
            <a:avLst/>
          </a:prstGeom>
        </p:spPr>
        <p:txBody>
          <a:bodyPr anchorCtr="0" anchor="t" bIns="0" lIns="0" spcFirstLastPara="1" rIns="0" wrap="square" tIns="0">
            <a:noAutofit/>
          </a:bodyPr>
          <a:lstStyle>
            <a:lvl1pPr lvl="0" rtl="0">
              <a:spcBef>
                <a:spcPts val="0"/>
              </a:spcBef>
              <a:spcAft>
                <a:spcPts val="0"/>
              </a:spcAft>
              <a:buSzPts val="1600"/>
              <a:buNone/>
              <a:defRPr b="1"/>
            </a:lvl1pPr>
            <a:lvl2pPr lvl="1" rtl="0">
              <a:spcBef>
                <a:spcPts val="1000"/>
              </a:spcBef>
              <a:spcAft>
                <a:spcPts val="0"/>
              </a:spcAft>
              <a:buSzPts val="1600"/>
              <a:buNone/>
              <a:defRPr b="1"/>
            </a:lvl2pPr>
            <a:lvl3pPr lvl="2" rtl="0">
              <a:spcBef>
                <a:spcPts val="1000"/>
              </a:spcBef>
              <a:spcAft>
                <a:spcPts val="0"/>
              </a:spcAft>
              <a:buSzPts val="1600"/>
              <a:buNone/>
              <a:defRPr b="1"/>
            </a:lvl3pPr>
            <a:lvl4pPr lvl="3" rtl="0">
              <a:spcBef>
                <a:spcPts val="1000"/>
              </a:spcBef>
              <a:spcAft>
                <a:spcPts val="0"/>
              </a:spcAft>
              <a:buSzPts val="1600"/>
              <a:buNone/>
              <a:defRPr b="1"/>
            </a:lvl4pPr>
            <a:lvl5pPr lvl="4" rtl="0">
              <a:spcBef>
                <a:spcPts val="1000"/>
              </a:spcBef>
              <a:spcAft>
                <a:spcPts val="0"/>
              </a:spcAft>
              <a:buSzPts val="1600"/>
              <a:buNone/>
              <a:defRPr b="1"/>
            </a:lvl5pPr>
            <a:lvl6pPr lvl="5" rtl="0">
              <a:spcBef>
                <a:spcPts val="1000"/>
              </a:spcBef>
              <a:spcAft>
                <a:spcPts val="0"/>
              </a:spcAft>
              <a:buSzPts val="1600"/>
              <a:buNone/>
              <a:defRPr b="1"/>
            </a:lvl6pPr>
            <a:lvl7pPr lvl="6" rtl="0">
              <a:spcBef>
                <a:spcPts val="1000"/>
              </a:spcBef>
              <a:spcAft>
                <a:spcPts val="0"/>
              </a:spcAft>
              <a:buSzPts val="1600"/>
              <a:buNone/>
              <a:defRPr b="1"/>
            </a:lvl7pPr>
            <a:lvl8pPr lvl="7" rtl="0">
              <a:spcBef>
                <a:spcPts val="1000"/>
              </a:spcBef>
              <a:spcAft>
                <a:spcPts val="0"/>
              </a:spcAft>
              <a:buSzPts val="1600"/>
              <a:buNone/>
              <a:defRPr b="1"/>
            </a:lvl8pPr>
            <a:lvl9pPr lvl="8" rtl="0">
              <a:spcBef>
                <a:spcPts val="1000"/>
              </a:spcBef>
              <a:spcAft>
                <a:spcPts val="1000"/>
              </a:spcAft>
              <a:buSzPts val="1600"/>
              <a:buNone/>
              <a:defRPr b="1"/>
            </a:lvl9pPr>
          </a:lstStyle>
          <a:p/>
        </p:txBody>
      </p:sp>
      <p:sp>
        <p:nvSpPr>
          <p:cNvPr id="545" name="Google Shape;545;p69"/>
          <p:cNvSpPr txBox="1"/>
          <p:nvPr>
            <p:ph idx="4" type="subTitle"/>
          </p:nvPr>
        </p:nvSpPr>
        <p:spPr>
          <a:xfrm>
            <a:off x="431725" y="3115675"/>
            <a:ext cx="2482800" cy="3210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1600"/>
              <a:buNone/>
              <a:defRPr b="1">
                <a:solidFill>
                  <a:schemeClr val="dk1"/>
                </a:solidFill>
              </a:defRPr>
            </a:lvl1pPr>
            <a:lvl2pPr lvl="1" rtl="0">
              <a:spcBef>
                <a:spcPts val="1000"/>
              </a:spcBef>
              <a:spcAft>
                <a:spcPts val="0"/>
              </a:spcAft>
              <a:buClr>
                <a:schemeClr val="dk1"/>
              </a:buClr>
              <a:buSzPts val="1600"/>
              <a:buNone/>
              <a:defRPr b="1">
                <a:solidFill>
                  <a:schemeClr val="dk1"/>
                </a:solidFill>
              </a:defRPr>
            </a:lvl2pPr>
            <a:lvl3pPr lvl="2" rtl="0">
              <a:spcBef>
                <a:spcPts val="1000"/>
              </a:spcBef>
              <a:spcAft>
                <a:spcPts val="0"/>
              </a:spcAft>
              <a:buClr>
                <a:schemeClr val="dk1"/>
              </a:buClr>
              <a:buSzPts val="1600"/>
              <a:buNone/>
              <a:defRPr b="1">
                <a:solidFill>
                  <a:schemeClr val="dk1"/>
                </a:solidFill>
              </a:defRPr>
            </a:lvl3pPr>
            <a:lvl4pPr lvl="3" rtl="0">
              <a:spcBef>
                <a:spcPts val="1000"/>
              </a:spcBef>
              <a:spcAft>
                <a:spcPts val="0"/>
              </a:spcAft>
              <a:buClr>
                <a:schemeClr val="dk1"/>
              </a:buClr>
              <a:buSzPts val="1600"/>
              <a:buNone/>
              <a:defRPr b="1">
                <a:solidFill>
                  <a:schemeClr val="dk1"/>
                </a:solidFill>
              </a:defRPr>
            </a:lvl4pPr>
            <a:lvl5pPr lvl="4" rtl="0">
              <a:spcBef>
                <a:spcPts val="1000"/>
              </a:spcBef>
              <a:spcAft>
                <a:spcPts val="0"/>
              </a:spcAft>
              <a:buClr>
                <a:schemeClr val="dk1"/>
              </a:buClr>
              <a:buSzPts val="1600"/>
              <a:buNone/>
              <a:defRPr b="1">
                <a:solidFill>
                  <a:schemeClr val="dk1"/>
                </a:solidFill>
              </a:defRPr>
            </a:lvl5pPr>
            <a:lvl6pPr lvl="5" rtl="0">
              <a:spcBef>
                <a:spcPts val="1000"/>
              </a:spcBef>
              <a:spcAft>
                <a:spcPts val="0"/>
              </a:spcAft>
              <a:buClr>
                <a:schemeClr val="dk1"/>
              </a:buClr>
              <a:buSzPts val="1600"/>
              <a:buNone/>
              <a:defRPr b="1">
                <a:solidFill>
                  <a:schemeClr val="dk1"/>
                </a:solidFill>
              </a:defRPr>
            </a:lvl6pPr>
            <a:lvl7pPr lvl="6" rtl="0">
              <a:spcBef>
                <a:spcPts val="1000"/>
              </a:spcBef>
              <a:spcAft>
                <a:spcPts val="0"/>
              </a:spcAft>
              <a:buClr>
                <a:schemeClr val="dk1"/>
              </a:buClr>
              <a:buSzPts val="1600"/>
              <a:buNone/>
              <a:defRPr b="1">
                <a:solidFill>
                  <a:schemeClr val="dk1"/>
                </a:solidFill>
              </a:defRPr>
            </a:lvl7pPr>
            <a:lvl8pPr lvl="7" rtl="0">
              <a:spcBef>
                <a:spcPts val="1000"/>
              </a:spcBef>
              <a:spcAft>
                <a:spcPts val="0"/>
              </a:spcAft>
              <a:buClr>
                <a:schemeClr val="dk1"/>
              </a:buClr>
              <a:buSzPts val="1600"/>
              <a:buNone/>
              <a:defRPr b="1">
                <a:solidFill>
                  <a:schemeClr val="dk1"/>
                </a:solidFill>
              </a:defRPr>
            </a:lvl8pPr>
            <a:lvl9pPr lvl="8" rtl="0">
              <a:spcBef>
                <a:spcPts val="1000"/>
              </a:spcBef>
              <a:spcAft>
                <a:spcPts val="1000"/>
              </a:spcAft>
              <a:buClr>
                <a:schemeClr val="dk1"/>
              </a:buClr>
              <a:buSzPts val="1600"/>
              <a:buNone/>
              <a:defRPr b="1">
                <a:solidFill>
                  <a:schemeClr val="dk1"/>
                </a:solidFill>
              </a:defRPr>
            </a:lvl9pPr>
          </a:lstStyle>
          <a:p/>
        </p:txBody>
      </p:sp>
      <p:sp>
        <p:nvSpPr>
          <p:cNvPr id="546" name="Google Shape;546;p69"/>
          <p:cNvSpPr txBox="1"/>
          <p:nvPr>
            <p:ph idx="5"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547" name="Google Shape;547;p69"/>
          <p:cNvSpPr txBox="1"/>
          <p:nvPr>
            <p:ph idx="6"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69"/>
          <p:cNvSpPr txBox="1"/>
          <p:nvPr>
            <p:ph hasCustomPrompt="1" idx="7" type="title"/>
          </p:nvPr>
        </p:nvSpPr>
        <p:spPr>
          <a:xfrm>
            <a:off x="3330025" y="1842050"/>
            <a:ext cx="2484000" cy="1055400"/>
          </a:xfrm>
          <a:prstGeom prst="rect">
            <a:avLst/>
          </a:prstGeom>
        </p:spPr>
        <p:txBody>
          <a:bodyPr anchorCtr="0" anchor="t" bIns="0" lIns="0" spcFirstLastPara="1" rIns="0" wrap="square" tIns="0">
            <a:noAutofit/>
          </a:bodyPr>
          <a:lstStyle>
            <a:lvl1pPr lvl="0" rtl="0">
              <a:spcBef>
                <a:spcPts val="0"/>
              </a:spcBef>
              <a:spcAft>
                <a:spcPts val="0"/>
              </a:spcAft>
              <a:buClr>
                <a:schemeClr val="accent2"/>
              </a:buClr>
              <a:buSzPts val="7000"/>
              <a:buNone/>
              <a:defRPr sz="7000">
                <a:solidFill>
                  <a:schemeClr val="accent2"/>
                </a:solidFill>
              </a:defRPr>
            </a:lvl1pPr>
            <a:lvl2pPr lvl="1" rtl="0">
              <a:spcBef>
                <a:spcPts val="0"/>
              </a:spcBef>
              <a:spcAft>
                <a:spcPts val="0"/>
              </a:spcAft>
              <a:buClr>
                <a:schemeClr val="accent2"/>
              </a:buClr>
              <a:buSzPts val="7000"/>
              <a:buNone/>
              <a:defRPr sz="7000">
                <a:solidFill>
                  <a:schemeClr val="accent2"/>
                </a:solidFill>
              </a:defRPr>
            </a:lvl2pPr>
            <a:lvl3pPr lvl="2" rtl="0">
              <a:spcBef>
                <a:spcPts val="0"/>
              </a:spcBef>
              <a:spcAft>
                <a:spcPts val="0"/>
              </a:spcAft>
              <a:buClr>
                <a:schemeClr val="accent2"/>
              </a:buClr>
              <a:buSzPts val="7000"/>
              <a:buNone/>
              <a:defRPr sz="7000">
                <a:solidFill>
                  <a:schemeClr val="accent2"/>
                </a:solidFill>
              </a:defRPr>
            </a:lvl3pPr>
            <a:lvl4pPr lvl="3" rtl="0">
              <a:spcBef>
                <a:spcPts val="0"/>
              </a:spcBef>
              <a:spcAft>
                <a:spcPts val="0"/>
              </a:spcAft>
              <a:buClr>
                <a:schemeClr val="accent2"/>
              </a:buClr>
              <a:buSzPts val="7000"/>
              <a:buNone/>
              <a:defRPr sz="7000">
                <a:solidFill>
                  <a:schemeClr val="accent2"/>
                </a:solidFill>
              </a:defRPr>
            </a:lvl4pPr>
            <a:lvl5pPr lvl="4" rtl="0">
              <a:spcBef>
                <a:spcPts val="0"/>
              </a:spcBef>
              <a:spcAft>
                <a:spcPts val="0"/>
              </a:spcAft>
              <a:buClr>
                <a:schemeClr val="accent2"/>
              </a:buClr>
              <a:buSzPts val="7000"/>
              <a:buNone/>
              <a:defRPr sz="7000">
                <a:solidFill>
                  <a:schemeClr val="accent2"/>
                </a:solidFill>
              </a:defRPr>
            </a:lvl5pPr>
            <a:lvl6pPr lvl="5" rtl="0">
              <a:spcBef>
                <a:spcPts val="0"/>
              </a:spcBef>
              <a:spcAft>
                <a:spcPts val="0"/>
              </a:spcAft>
              <a:buClr>
                <a:schemeClr val="accent2"/>
              </a:buClr>
              <a:buSzPts val="7000"/>
              <a:buNone/>
              <a:defRPr sz="7000">
                <a:solidFill>
                  <a:schemeClr val="accent2"/>
                </a:solidFill>
              </a:defRPr>
            </a:lvl6pPr>
            <a:lvl7pPr lvl="6" rtl="0">
              <a:spcBef>
                <a:spcPts val="0"/>
              </a:spcBef>
              <a:spcAft>
                <a:spcPts val="0"/>
              </a:spcAft>
              <a:buClr>
                <a:schemeClr val="accent2"/>
              </a:buClr>
              <a:buSzPts val="7000"/>
              <a:buNone/>
              <a:defRPr sz="7000">
                <a:solidFill>
                  <a:schemeClr val="accent2"/>
                </a:solidFill>
              </a:defRPr>
            </a:lvl7pPr>
            <a:lvl8pPr lvl="7" rtl="0">
              <a:spcBef>
                <a:spcPts val="0"/>
              </a:spcBef>
              <a:spcAft>
                <a:spcPts val="0"/>
              </a:spcAft>
              <a:buClr>
                <a:schemeClr val="accent2"/>
              </a:buClr>
              <a:buSzPts val="7000"/>
              <a:buNone/>
              <a:defRPr sz="7000">
                <a:solidFill>
                  <a:schemeClr val="accent2"/>
                </a:solidFill>
              </a:defRPr>
            </a:lvl8pPr>
            <a:lvl9pPr lvl="8" rtl="0">
              <a:spcBef>
                <a:spcPts val="0"/>
              </a:spcBef>
              <a:spcAft>
                <a:spcPts val="0"/>
              </a:spcAft>
              <a:buClr>
                <a:schemeClr val="accent2"/>
              </a:buClr>
              <a:buSzPts val="7000"/>
              <a:buNone/>
              <a:defRPr sz="7000">
                <a:solidFill>
                  <a:schemeClr val="accent2"/>
                </a:solidFill>
              </a:defRPr>
            </a:lvl9pPr>
          </a:lstStyle>
          <a:p>
            <a:r>
              <a:t>xx%</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_3 big numbers, subtitle, body">
  <p:cSld name="BIG_NUMBER_2_2_1_1_1">
    <p:spTree>
      <p:nvGrpSpPr>
        <p:cNvPr id="549" name="Shape 549"/>
        <p:cNvGrpSpPr/>
        <p:nvPr/>
      </p:nvGrpSpPr>
      <p:grpSpPr>
        <a:xfrm>
          <a:off x="0" y="0"/>
          <a:ext cx="0" cy="0"/>
          <a:chOff x="0" y="0"/>
          <a:chExt cx="0" cy="0"/>
        </a:xfrm>
      </p:grpSpPr>
      <p:sp>
        <p:nvSpPr>
          <p:cNvPr id="550" name="Google Shape;550;p70"/>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51" name="Google Shape;551;p70"/>
          <p:cNvSpPr txBox="1"/>
          <p:nvPr>
            <p:ph hasCustomPrompt="1" type="title"/>
          </p:nvPr>
        </p:nvSpPr>
        <p:spPr>
          <a:xfrm>
            <a:off x="431725" y="1537250"/>
            <a:ext cx="2484000" cy="10554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7000"/>
              <a:buNone/>
              <a:defRPr sz="7000">
                <a:solidFill>
                  <a:schemeClr val="accent1"/>
                </a:solidFill>
              </a:defRPr>
            </a:lvl1pPr>
            <a:lvl2pPr lvl="1" rtl="0">
              <a:spcBef>
                <a:spcPts val="0"/>
              </a:spcBef>
              <a:spcAft>
                <a:spcPts val="0"/>
              </a:spcAft>
              <a:buClr>
                <a:schemeClr val="accent1"/>
              </a:buClr>
              <a:buSzPts val="7000"/>
              <a:buNone/>
              <a:defRPr sz="7000">
                <a:solidFill>
                  <a:schemeClr val="accent1"/>
                </a:solidFill>
              </a:defRPr>
            </a:lvl2pPr>
            <a:lvl3pPr lvl="2" rtl="0">
              <a:spcBef>
                <a:spcPts val="0"/>
              </a:spcBef>
              <a:spcAft>
                <a:spcPts val="0"/>
              </a:spcAft>
              <a:buClr>
                <a:schemeClr val="accent1"/>
              </a:buClr>
              <a:buSzPts val="7000"/>
              <a:buNone/>
              <a:defRPr sz="7000">
                <a:solidFill>
                  <a:schemeClr val="accent1"/>
                </a:solidFill>
              </a:defRPr>
            </a:lvl3pPr>
            <a:lvl4pPr lvl="3" rtl="0">
              <a:spcBef>
                <a:spcPts val="0"/>
              </a:spcBef>
              <a:spcAft>
                <a:spcPts val="0"/>
              </a:spcAft>
              <a:buClr>
                <a:schemeClr val="accent1"/>
              </a:buClr>
              <a:buSzPts val="7000"/>
              <a:buNone/>
              <a:defRPr sz="7000">
                <a:solidFill>
                  <a:schemeClr val="accent1"/>
                </a:solidFill>
              </a:defRPr>
            </a:lvl4pPr>
            <a:lvl5pPr lvl="4" rtl="0">
              <a:spcBef>
                <a:spcPts val="0"/>
              </a:spcBef>
              <a:spcAft>
                <a:spcPts val="0"/>
              </a:spcAft>
              <a:buClr>
                <a:schemeClr val="accent1"/>
              </a:buClr>
              <a:buSzPts val="7000"/>
              <a:buNone/>
              <a:defRPr sz="7000">
                <a:solidFill>
                  <a:schemeClr val="accent1"/>
                </a:solidFill>
              </a:defRPr>
            </a:lvl5pPr>
            <a:lvl6pPr lvl="5" rtl="0">
              <a:spcBef>
                <a:spcPts val="0"/>
              </a:spcBef>
              <a:spcAft>
                <a:spcPts val="0"/>
              </a:spcAft>
              <a:buClr>
                <a:schemeClr val="accent1"/>
              </a:buClr>
              <a:buSzPts val="7000"/>
              <a:buNone/>
              <a:defRPr sz="7000">
                <a:solidFill>
                  <a:schemeClr val="accent1"/>
                </a:solidFill>
              </a:defRPr>
            </a:lvl6pPr>
            <a:lvl7pPr lvl="6" rtl="0">
              <a:spcBef>
                <a:spcPts val="0"/>
              </a:spcBef>
              <a:spcAft>
                <a:spcPts val="0"/>
              </a:spcAft>
              <a:buClr>
                <a:schemeClr val="accent1"/>
              </a:buClr>
              <a:buSzPts val="7000"/>
              <a:buNone/>
              <a:defRPr sz="7000">
                <a:solidFill>
                  <a:schemeClr val="accent1"/>
                </a:solidFill>
              </a:defRPr>
            </a:lvl7pPr>
            <a:lvl8pPr lvl="7" rtl="0">
              <a:spcBef>
                <a:spcPts val="0"/>
              </a:spcBef>
              <a:spcAft>
                <a:spcPts val="0"/>
              </a:spcAft>
              <a:buClr>
                <a:schemeClr val="accent1"/>
              </a:buClr>
              <a:buSzPts val="7000"/>
              <a:buNone/>
              <a:defRPr sz="7000">
                <a:solidFill>
                  <a:schemeClr val="accent1"/>
                </a:solidFill>
              </a:defRPr>
            </a:lvl8pPr>
            <a:lvl9pPr lvl="8" rtl="0">
              <a:spcBef>
                <a:spcPts val="0"/>
              </a:spcBef>
              <a:spcAft>
                <a:spcPts val="0"/>
              </a:spcAft>
              <a:buClr>
                <a:schemeClr val="accent1"/>
              </a:buClr>
              <a:buSzPts val="7000"/>
              <a:buNone/>
              <a:defRPr sz="7000">
                <a:solidFill>
                  <a:schemeClr val="accent1"/>
                </a:solidFill>
              </a:defRPr>
            </a:lvl9pPr>
          </a:lstStyle>
          <a:p>
            <a:r>
              <a:t>xx%</a:t>
            </a:r>
          </a:p>
        </p:txBody>
      </p:sp>
      <p:sp>
        <p:nvSpPr>
          <p:cNvPr id="552" name="Google Shape;552;p70"/>
          <p:cNvSpPr txBox="1"/>
          <p:nvPr>
            <p:ph hasCustomPrompt="1" idx="2" type="title"/>
          </p:nvPr>
        </p:nvSpPr>
        <p:spPr>
          <a:xfrm>
            <a:off x="6228324" y="1537250"/>
            <a:ext cx="2484000" cy="1055400"/>
          </a:xfrm>
          <a:prstGeom prst="rect">
            <a:avLst/>
          </a:prstGeom>
        </p:spPr>
        <p:txBody>
          <a:bodyPr anchorCtr="0" anchor="t" bIns="0" lIns="0" spcFirstLastPara="1" rIns="0" wrap="square" tIns="0">
            <a:noAutofit/>
          </a:bodyPr>
          <a:lstStyle>
            <a:lvl1pPr lvl="0" rtl="0">
              <a:spcBef>
                <a:spcPts val="0"/>
              </a:spcBef>
              <a:spcAft>
                <a:spcPts val="0"/>
              </a:spcAft>
              <a:buClr>
                <a:schemeClr val="accent3"/>
              </a:buClr>
              <a:buSzPts val="7000"/>
              <a:buNone/>
              <a:defRPr sz="7000">
                <a:solidFill>
                  <a:schemeClr val="accent3"/>
                </a:solidFill>
              </a:defRPr>
            </a:lvl1pPr>
            <a:lvl2pPr lvl="1" rtl="0">
              <a:spcBef>
                <a:spcPts val="0"/>
              </a:spcBef>
              <a:spcAft>
                <a:spcPts val="0"/>
              </a:spcAft>
              <a:buClr>
                <a:schemeClr val="accent3"/>
              </a:buClr>
              <a:buSzPts val="7000"/>
              <a:buNone/>
              <a:defRPr sz="7000">
                <a:solidFill>
                  <a:schemeClr val="accent3"/>
                </a:solidFill>
              </a:defRPr>
            </a:lvl2pPr>
            <a:lvl3pPr lvl="2" rtl="0">
              <a:spcBef>
                <a:spcPts val="0"/>
              </a:spcBef>
              <a:spcAft>
                <a:spcPts val="0"/>
              </a:spcAft>
              <a:buClr>
                <a:schemeClr val="accent3"/>
              </a:buClr>
              <a:buSzPts val="7000"/>
              <a:buNone/>
              <a:defRPr sz="7000">
                <a:solidFill>
                  <a:schemeClr val="accent3"/>
                </a:solidFill>
              </a:defRPr>
            </a:lvl3pPr>
            <a:lvl4pPr lvl="3" rtl="0">
              <a:spcBef>
                <a:spcPts val="0"/>
              </a:spcBef>
              <a:spcAft>
                <a:spcPts val="0"/>
              </a:spcAft>
              <a:buClr>
                <a:schemeClr val="accent3"/>
              </a:buClr>
              <a:buSzPts val="7000"/>
              <a:buNone/>
              <a:defRPr sz="7000">
                <a:solidFill>
                  <a:schemeClr val="accent3"/>
                </a:solidFill>
              </a:defRPr>
            </a:lvl4pPr>
            <a:lvl5pPr lvl="4" rtl="0">
              <a:spcBef>
                <a:spcPts val="0"/>
              </a:spcBef>
              <a:spcAft>
                <a:spcPts val="0"/>
              </a:spcAft>
              <a:buClr>
                <a:schemeClr val="accent3"/>
              </a:buClr>
              <a:buSzPts val="7000"/>
              <a:buNone/>
              <a:defRPr sz="7000">
                <a:solidFill>
                  <a:schemeClr val="accent3"/>
                </a:solidFill>
              </a:defRPr>
            </a:lvl5pPr>
            <a:lvl6pPr lvl="5" rtl="0">
              <a:spcBef>
                <a:spcPts val="0"/>
              </a:spcBef>
              <a:spcAft>
                <a:spcPts val="0"/>
              </a:spcAft>
              <a:buClr>
                <a:schemeClr val="accent3"/>
              </a:buClr>
              <a:buSzPts val="7000"/>
              <a:buNone/>
              <a:defRPr sz="7000">
                <a:solidFill>
                  <a:schemeClr val="accent3"/>
                </a:solidFill>
              </a:defRPr>
            </a:lvl6pPr>
            <a:lvl7pPr lvl="6" rtl="0">
              <a:spcBef>
                <a:spcPts val="0"/>
              </a:spcBef>
              <a:spcAft>
                <a:spcPts val="0"/>
              </a:spcAft>
              <a:buClr>
                <a:schemeClr val="accent3"/>
              </a:buClr>
              <a:buSzPts val="7000"/>
              <a:buNone/>
              <a:defRPr sz="7000">
                <a:solidFill>
                  <a:schemeClr val="accent3"/>
                </a:solidFill>
              </a:defRPr>
            </a:lvl7pPr>
            <a:lvl8pPr lvl="7" rtl="0">
              <a:spcBef>
                <a:spcPts val="0"/>
              </a:spcBef>
              <a:spcAft>
                <a:spcPts val="0"/>
              </a:spcAft>
              <a:buClr>
                <a:schemeClr val="accent3"/>
              </a:buClr>
              <a:buSzPts val="7000"/>
              <a:buNone/>
              <a:defRPr sz="7000">
                <a:solidFill>
                  <a:schemeClr val="accent3"/>
                </a:solidFill>
              </a:defRPr>
            </a:lvl8pPr>
            <a:lvl9pPr lvl="8" rtl="0">
              <a:spcBef>
                <a:spcPts val="0"/>
              </a:spcBef>
              <a:spcAft>
                <a:spcPts val="0"/>
              </a:spcAft>
              <a:buClr>
                <a:schemeClr val="accent3"/>
              </a:buClr>
              <a:buSzPts val="7000"/>
              <a:buNone/>
              <a:defRPr sz="7000">
                <a:solidFill>
                  <a:schemeClr val="accent3"/>
                </a:solidFill>
              </a:defRPr>
            </a:lvl9pPr>
          </a:lstStyle>
          <a:p>
            <a:r>
              <a:t>xx%</a:t>
            </a:r>
          </a:p>
        </p:txBody>
      </p:sp>
      <p:sp>
        <p:nvSpPr>
          <p:cNvPr id="553" name="Google Shape;553;p70"/>
          <p:cNvSpPr txBox="1"/>
          <p:nvPr>
            <p:ph idx="1" type="subTitle"/>
          </p:nvPr>
        </p:nvSpPr>
        <p:spPr>
          <a:xfrm>
            <a:off x="3330025" y="2810875"/>
            <a:ext cx="2484000" cy="321000"/>
          </a:xfrm>
          <a:prstGeom prst="rect">
            <a:avLst/>
          </a:prstGeom>
        </p:spPr>
        <p:txBody>
          <a:bodyPr anchorCtr="0" anchor="t" bIns="0" lIns="0" spcFirstLastPara="1" rIns="0" wrap="square" tIns="0">
            <a:noAutofit/>
          </a:bodyPr>
          <a:lstStyle>
            <a:lvl1pPr lvl="0" rtl="0">
              <a:spcBef>
                <a:spcPts val="0"/>
              </a:spcBef>
              <a:spcAft>
                <a:spcPts val="0"/>
              </a:spcAft>
              <a:buSzPts val="1600"/>
              <a:buNone/>
              <a:defRPr b="1"/>
            </a:lvl1pPr>
            <a:lvl2pPr lvl="1" rtl="0">
              <a:spcBef>
                <a:spcPts val="1000"/>
              </a:spcBef>
              <a:spcAft>
                <a:spcPts val="0"/>
              </a:spcAft>
              <a:buSzPts val="1600"/>
              <a:buNone/>
              <a:defRPr b="1"/>
            </a:lvl2pPr>
            <a:lvl3pPr lvl="2" rtl="0">
              <a:spcBef>
                <a:spcPts val="1000"/>
              </a:spcBef>
              <a:spcAft>
                <a:spcPts val="0"/>
              </a:spcAft>
              <a:buSzPts val="1600"/>
              <a:buNone/>
              <a:defRPr b="1"/>
            </a:lvl3pPr>
            <a:lvl4pPr lvl="3" rtl="0">
              <a:spcBef>
                <a:spcPts val="1000"/>
              </a:spcBef>
              <a:spcAft>
                <a:spcPts val="0"/>
              </a:spcAft>
              <a:buSzPts val="1600"/>
              <a:buNone/>
              <a:defRPr b="1"/>
            </a:lvl4pPr>
            <a:lvl5pPr lvl="4" rtl="0">
              <a:spcBef>
                <a:spcPts val="1000"/>
              </a:spcBef>
              <a:spcAft>
                <a:spcPts val="0"/>
              </a:spcAft>
              <a:buSzPts val="1600"/>
              <a:buNone/>
              <a:defRPr b="1"/>
            </a:lvl5pPr>
            <a:lvl6pPr lvl="5" rtl="0">
              <a:spcBef>
                <a:spcPts val="1000"/>
              </a:spcBef>
              <a:spcAft>
                <a:spcPts val="0"/>
              </a:spcAft>
              <a:buSzPts val="1600"/>
              <a:buNone/>
              <a:defRPr b="1"/>
            </a:lvl6pPr>
            <a:lvl7pPr lvl="6" rtl="0">
              <a:spcBef>
                <a:spcPts val="1000"/>
              </a:spcBef>
              <a:spcAft>
                <a:spcPts val="0"/>
              </a:spcAft>
              <a:buSzPts val="1600"/>
              <a:buNone/>
              <a:defRPr b="1"/>
            </a:lvl7pPr>
            <a:lvl8pPr lvl="7" rtl="0">
              <a:spcBef>
                <a:spcPts val="1000"/>
              </a:spcBef>
              <a:spcAft>
                <a:spcPts val="0"/>
              </a:spcAft>
              <a:buSzPts val="1600"/>
              <a:buNone/>
              <a:defRPr b="1"/>
            </a:lvl8pPr>
            <a:lvl9pPr lvl="8" rtl="0">
              <a:spcBef>
                <a:spcPts val="1000"/>
              </a:spcBef>
              <a:spcAft>
                <a:spcPts val="1000"/>
              </a:spcAft>
              <a:buSzPts val="1600"/>
              <a:buNone/>
              <a:defRPr b="1"/>
            </a:lvl9pPr>
          </a:lstStyle>
          <a:p/>
        </p:txBody>
      </p:sp>
      <p:sp>
        <p:nvSpPr>
          <p:cNvPr id="554" name="Google Shape;554;p70"/>
          <p:cNvSpPr txBox="1"/>
          <p:nvPr>
            <p:ph idx="3" type="subTitle"/>
          </p:nvPr>
        </p:nvSpPr>
        <p:spPr>
          <a:xfrm>
            <a:off x="6228325" y="2810875"/>
            <a:ext cx="2484000" cy="321000"/>
          </a:xfrm>
          <a:prstGeom prst="rect">
            <a:avLst/>
          </a:prstGeom>
        </p:spPr>
        <p:txBody>
          <a:bodyPr anchorCtr="0" anchor="t" bIns="0" lIns="0" spcFirstLastPara="1" rIns="0" wrap="square" tIns="0">
            <a:noAutofit/>
          </a:bodyPr>
          <a:lstStyle>
            <a:lvl1pPr lvl="0" rtl="0">
              <a:spcBef>
                <a:spcPts val="0"/>
              </a:spcBef>
              <a:spcAft>
                <a:spcPts val="0"/>
              </a:spcAft>
              <a:buSzPts val="1600"/>
              <a:buNone/>
              <a:defRPr b="1"/>
            </a:lvl1pPr>
            <a:lvl2pPr lvl="1" rtl="0">
              <a:spcBef>
                <a:spcPts val="1000"/>
              </a:spcBef>
              <a:spcAft>
                <a:spcPts val="0"/>
              </a:spcAft>
              <a:buSzPts val="1600"/>
              <a:buNone/>
              <a:defRPr b="1"/>
            </a:lvl2pPr>
            <a:lvl3pPr lvl="2" rtl="0">
              <a:spcBef>
                <a:spcPts val="1000"/>
              </a:spcBef>
              <a:spcAft>
                <a:spcPts val="0"/>
              </a:spcAft>
              <a:buSzPts val="1600"/>
              <a:buNone/>
              <a:defRPr b="1"/>
            </a:lvl3pPr>
            <a:lvl4pPr lvl="3" rtl="0">
              <a:spcBef>
                <a:spcPts val="1000"/>
              </a:spcBef>
              <a:spcAft>
                <a:spcPts val="0"/>
              </a:spcAft>
              <a:buSzPts val="1600"/>
              <a:buNone/>
              <a:defRPr b="1"/>
            </a:lvl4pPr>
            <a:lvl5pPr lvl="4" rtl="0">
              <a:spcBef>
                <a:spcPts val="1000"/>
              </a:spcBef>
              <a:spcAft>
                <a:spcPts val="0"/>
              </a:spcAft>
              <a:buSzPts val="1600"/>
              <a:buNone/>
              <a:defRPr b="1"/>
            </a:lvl5pPr>
            <a:lvl6pPr lvl="5" rtl="0">
              <a:spcBef>
                <a:spcPts val="1000"/>
              </a:spcBef>
              <a:spcAft>
                <a:spcPts val="0"/>
              </a:spcAft>
              <a:buSzPts val="1600"/>
              <a:buNone/>
              <a:defRPr b="1"/>
            </a:lvl6pPr>
            <a:lvl7pPr lvl="6" rtl="0">
              <a:spcBef>
                <a:spcPts val="1000"/>
              </a:spcBef>
              <a:spcAft>
                <a:spcPts val="0"/>
              </a:spcAft>
              <a:buSzPts val="1600"/>
              <a:buNone/>
              <a:defRPr b="1"/>
            </a:lvl7pPr>
            <a:lvl8pPr lvl="7" rtl="0">
              <a:spcBef>
                <a:spcPts val="1000"/>
              </a:spcBef>
              <a:spcAft>
                <a:spcPts val="0"/>
              </a:spcAft>
              <a:buSzPts val="1600"/>
              <a:buNone/>
              <a:defRPr b="1"/>
            </a:lvl8pPr>
            <a:lvl9pPr lvl="8" rtl="0">
              <a:spcBef>
                <a:spcPts val="1000"/>
              </a:spcBef>
              <a:spcAft>
                <a:spcPts val="1000"/>
              </a:spcAft>
              <a:buSzPts val="1600"/>
              <a:buNone/>
              <a:defRPr b="1"/>
            </a:lvl9pPr>
          </a:lstStyle>
          <a:p/>
        </p:txBody>
      </p:sp>
      <p:sp>
        <p:nvSpPr>
          <p:cNvPr id="555" name="Google Shape;555;p70"/>
          <p:cNvSpPr txBox="1"/>
          <p:nvPr>
            <p:ph idx="4" type="body"/>
          </p:nvPr>
        </p:nvSpPr>
        <p:spPr>
          <a:xfrm>
            <a:off x="432875" y="3189250"/>
            <a:ext cx="2482800" cy="912000"/>
          </a:xfrm>
          <a:prstGeom prst="rect">
            <a:avLst/>
          </a:prstGeom>
        </p:spPr>
        <p:txBody>
          <a:bodyPr anchorCtr="0" anchor="t" bIns="0" lIns="0" spcFirstLastPara="1" rIns="0" wrap="square" tIns="0">
            <a:noAutofit/>
          </a:bodyPr>
          <a:lstStyle>
            <a:lvl1pPr indent="-317500" lvl="0" marL="457200" rtl="0">
              <a:spcBef>
                <a:spcPts val="0"/>
              </a:spcBef>
              <a:spcAft>
                <a:spcPts val="0"/>
              </a:spcAft>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556" name="Google Shape;556;p70"/>
          <p:cNvSpPr txBox="1"/>
          <p:nvPr>
            <p:ph idx="5" type="subTitle"/>
          </p:nvPr>
        </p:nvSpPr>
        <p:spPr>
          <a:xfrm>
            <a:off x="431725" y="2810875"/>
            <a:ext cx="2482800" cy="3210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1600"/>
              <a:buNone/>
              <a:defRPr b="1">
                <a:solidFill>
                  <a:schemeClr val="dk1"/>
                </a:solidFill>
              </a:defRPr>
            </a:lvl1pPr>
            <a:lvl2pPr lvl="1" rtl="0">
              <a:spcBef>
                <a:spcPts val="1000"/>
              </a:spcBef>
              <a:spcAft>
                <a:spcPts val="0"/>
              </a:spcAft>
              <a:buClr>
                <a:schemeClr val="dk1"/>
              </a:buClr>
              <a:buSzPts val="1600"/>
              <a:buNone/>
              <a:defRPr b="1">
                <a:solidFill>
                  <a:schemeClr val="dk1"/>
                </a:solidFill>
              </a:defRPr>
            </a:lvl2pPr>
            <a:lvl3pPr lvl="2" rtl="0">
              <a:spcBef>
                <a:spcPts val="1000"/>
              </a:spcBef>
              <a:spcAft>
                <a:spcPts val="0"/>
              </a:spcAft>
              <a:buClr>
                <a:schemeClr val="dk1"/>
              </a:buClr>
              <a:buSzPts val="1600"/>
              <a:buNone/>
              <a:defRPr b="1">
                <a:solidFill>
                  <a:schemeClr val="dk1"/>
                </a:solidFill>
              </a:defRPr>
            </a:lvl3pPr>
            <a:lvl4pPr lvl="3" rtl="0">
              <a:spcBef>
                <a:spcPts val="1000"/>
              </a:spcBef>
              <a:spcAft>
                <a:spcPts val="0"/>
              </a:spcAft>
              <a:buClr>
                <a:schemeClr val="dk1"/>
              </a:buClr>
              <a:buSzPts val="1600"/>
              <a:buNone/>
              <a:defRPr b="1">
                <a:solidFill>
                  <a:schemeClr val="dk1"/>
                </a:solidFill>
              </a:defRPr>
            </a:lvl4pPr>
            <a:lvl5pPr lvl="4" rtl="0">
              <a:spcBef>
                <a:spcPts val="1000"/>
              </a:spcBef>
              <a:spcAft>
                <a:spcPts val="0"/>
              </a:spcAft>
              <a:buClr>
                <a:schemeClr val="dk1"/>
              </a:buClr>
              <a:buSzPts val="1600"/>
              <a:buNone/>
              <a:defRPr b="1">
                <a:solidFill>
                  <a:schemeClr val="dk1"/>
                </a:solidFill>
              </a:defRPr>
            </a:lvl5pPr>
            <a:lvl6pPr lvl="5" rtl="0">
              <a:spcBef>
                <a:spcPts val="1000"/>
              </a:spcBef>
              <a:spcAft>
                <a:spcPts val="0"/>
              </a:spcAft>
              <a:buClr>
                <a:schemeClr val="dk1"/>
              </a:buClr>
              <a:buSzPts val="1600"/>
              <a:buNone/>
              <a:defRPr b="1">
                <a:solidFill>
                  <a:schemeClr val="dk1"/>
                </a:solidFill>
              </a:defRPr>
            </a:lvl6pPr>
            <a:lvl7pPr lvl="6" rtl="0">
              <a:spcBef>
                <a:spcPts val="1000"/>
              </a:spcBef>
              <a:spcAft>
                <a:spcPts val="0"/>
              </a:spcAft>
              <a:buClr>
                <a:schemeClr val="dk1"/>
              </a:buClr>
              <a:buSzPts val="1600"/>
              <a:buNone/>
              <a:defRPr b="1">
                <a:solidFill>
                  <a:schemeClr val="dk1"/>
                </a:solidFill>
              </a:defRPr>
            </a:lvl7pPr>
            <a:lvl8pPr lvl="7" rtl="0">
              <a:spcBef>
                <a:spcPts val="1000"/>
              </a:spcBef>
              <a:spcAft>
                <a:spcPts val="0"/>
              </a:spcAft>
              <a:buClr>
                <a:schemeClr val="dk1"/>
              </a:buClr>
              <a:buSzPts val="1600"/>
              <a:buNone/>
              <a:defRPr b="1">
                <a:solidFill>
                  <a:schemeClr val="dk1"/>
                </a:solidFill>
              </a:defRPr>
            </a:lvl8pPr>
            <a:lvl9pPr lvl="8" rtl="0">
              <a:spcBef>
                <a:spcPts val="1000"/>
              </a:spcBef>
              <a:spcAft>
                <a:spcPts val="1000"/>
              </a:spcAft>
              <a:buClr>
                <a:schemeClr val="dk1"/>
              </a:buClr>
              <a:buSzPts val="1600"/>
              <a:buNone/>
              <a:defRPr b="1">
                <a:solidFill>
                  <a:schemeClr val="dk1"/>
                </a:solidFill>
              </a:defRPr>
            </a:lvl9pPr>
          </a:lstStyle>
          <a:p/>
        </p:txBody>
      </p:sp>
      <p:sp>
        <p:nvSpPr>
          <p:cNvPr id="557" name="Google Shape;557;p70"/>
          <p:cNvSpPr txBox="1"/>
          <p:nvPr>
            <p:ph idx="6" type="body"/>
          </p:nvPr>
        </p:nvSpPr>
        <p:spPr>
          <a:xfrm>
            <a:off x="3330600" y="3189250"/>
            <a:ext cx="2482800" cy="912000"/>
          </a:xfrm>
          <a:prstGeom prst="rect">
            <a:avLst/>
          </a:prstGeom>
        </p:spPr>
        <p:txBody>
          <a:bodyPr anchorCtr="0" anchor="t" bIns="0" lIns="0" spcFirstLastPara="1" rIns="0" wrap="square" tIns="0">
            <a:noAutofit/>
          </a:bodyPr>
          <a:lstStyle>
            <a:lvl1pPr indent="-317500" lvl="0" marL="457200" rtl="0">
              <a:spcBef>
                <a:spcPts val="0"/>
              </a:spcBef>
              <a:spcAft>
                <a:spcPts val="0"/>
              </a:spcAft>
              <a:buClr>
                <a:schemeClr val="accent2"/>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2"/>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2"/>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558" name="Google Shape;558;p70"/>
          <p:cNvSpPr txBox="1"/>
          <p:nvPr>
            <p:ph idx="7" type="body"/>
          </p:nvPr>
        </p:nvSpPr>
        <p:spPr>
          <a:xfrm>
            <a:off x="6228375" y="3189250"/>
            <a:ext cx="2482800" cy="912000"/>
          </a:xfrm>
          <a:prstGeom prst="rect">
            <a:avLst/>
          </a:prstGeom>
        </p:spPr>
        <p:txBody>
          <a:bodyPr anchorCtr="0" anchor="t" bIns="0" lIns="0" spcFirstLastPara="1" rIns="0" wrap="square" tIns="0">
            <a:noAutofit/>
          </a:bodyPr>
          <a:lstStyle>
            <a:lvl1pPr indent="-317500" lvl="0" marL="457200" rtl="0">
              <a:spcBef>
                <a:spcPts val="0"/>
              </a:spcBef>
              <a:spcAft>
                <a:spcPts val="0"/>
              </a:spcAft>
              <a:buClr>
                <a:schemeClr val="accent3"/>
              </a:buClr>
              <a:buSzPts val="1400"/>
              <a:buChar char="●"/>
              <a:defRPr sz="1400"/>
            </a:lvl1pPr>
            <a:lvl2pPr indent="-317500" lvl="1" marL="914400" rtl="0">
              <a:spcBef>
                <a:spcPts val="1000"/>
              </a:spcBef>
              <a:spcAft>
                <a:spcPts val="0"/>
              </a:spcAft>
              <a:buSzPts val="1400"/>
              <a:buChar char="●"/>
              <a:defRPr sz="1400"/>
            </a:lvl2pPr>
            <a:lvl3pPr indent="-317500" lvl="2" marL="1371600" rtl="0">
              <a:spcBef>
                <a:spcPts val="1000"/>
              </a:spcBef>
              <a:spcAft>
                <a:spcPts val="0"/>
              </a:spcAft>
              <a:buSzPts val="1400"/>
              <a:buChar char="●"/>
              <a:defRPr sz="1400"/>
            </a:lvl3pPr>
            <a:lvl4pPr indent="-317500" lvl="3" marL="1828800" rtl="0">
              <a:spcBef>
                <a:spcPts val="1000"/>
              </a:spcBef>
              <a:spcAft>
                <a:spcPts val="0"/>
              </a:spcAft>
              <a:buClr>
                <a:schemeClr val="accent3"/>
              </a:buClr>
              <a:buSzPts val="1400"/>
              <a:buChar char="●"/>
              <a:defRPr sz="1400"/>
            </a:lvl4pPr>
            <a:lvl5pPr indent="-317500" lvl="4" marL="2286000" rtl="0">
              <a:spcBef>
                <a:spcPts val="1000"/>
              </a:spcBef>
              <a:spcAft>
                <a:spcPts val="0"/>
              </a:spcAft>
              <a:buSzPts val="1400"/>
              <a:buChar char="●"/>
              <a:defRPr sz="1400"/>
            </a:lvl5pPr>
            <a:lvl6pPr indent="-317500" lvl="5" marL="2743200" rtl="0">
              <a:spcBef>
                <a:spcPts val="1000"/>
              </a:spcBef>
              <a:spcAft>
                <a:spcPts val="0"/>
              </a:spcAft>
              <a:buSzPts val="1400"/>
              <a:buChar char="●"/>
              <a:defRPr sz="1400"/>
            </a:lvl6pPr>
            <a:lvl7pPr indent="-317500" lvl="6" marL="3200400" rtl="0">
              <a:spcBef>
                <a:spcPts val="1000"/>
              </a:spcBef>
              <a:spcAft>
                <a:spcPts val="0"/>
              </a:spcAft>
              <a:buClr>
                <a:schemeClr val="accent3"/>
              </a:buClr>
              <a:buSzPts val="1400"/>
              <a:buChar char="●"/>
              <a:defRPr sz="1400"/>
            </a:lvl7pPr>
            <a:lvl8pPr indent="-317500" lvl="7" marL="3657600" rtl="0">
              <a:spcBef>
                <a:spcPts val="1000"/>
              </a:spcBef>
              <a:spcAft>
                <a:spcPts val="0"/>
              </a:spcAft>
              <a:buSzPts val="1400"/>
              <a:buChar char="●"/>
              <a:defRPr sz="1400"/>
            </a:lvl8pPr>
            <a:lvl9pPr indent="-317500" lvl="8" marL="4114800" rtl="0">
              <a:spcBef>
                <a:spcPts val="1000"/>
              </a:spcBef>
              <a:spcAft>
                <a:spcPts val="1000"/>
              </a:spcAft>
              <a:buSzPts val="1400"/>
              <a:buChar char="●"/>
              <a:defRPr sz="1400"/>
            </a:lvl9pPr>
          </a:lstStyle>
          <a:p/>
        </p:txBody>
      </p:sp>
      <p:sp>
        <p:nvSpPr>
          <p:cNvPr id="559" name="Google Shape;559;p70"/>
          <p:cNvSpPr txBox="1"/>
          <p:nvPr>
            <p:ph idx="8"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560" name="Google Shape;560;p70"/>
          <p:cNvSpPr txBox="1"/>
          <p:nvPr>
            <p:ph idx="9"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1" name="Google Shape;561;p70"/>
          <p:cNvSpPr txBox="1"/>
          <p:nvPr>
            <p:ph hasCustomPrompt="1" idx="13" type="title"/>
          </p:nvPr>
        </p:nvSpPr>
        <p:spPr>
          <a:xfrm>
            <a:off x="3330025" y="1537250"/>
            <a:ext cx="2484000" cy="1055400"/>
          </a:xfrm>
          <a:prstGeom prst="rect">
            <a:avLst/>
          </a:prstGeom>
        </p:spPr>
        <p:txBody>
          <a:bodyPr anchorCtr="0" anchor="t" bIns="0" lIns="0" spcFirstLastPara="1" rIns="0" wrap="square" tIns="0">
            <a:noAutofit/>
          </a:bodyPr>
          <a:lstStyle>
            <a:lvl1pPr lvl="0" rtl="0">
              <a:spcBef>
                <a:spcPts val="0"/>
              </a:spcBef>
              <a:spcAft>
                <a:spcPts val="0"/>
              </a:spcAft>
              <a:buClr>
                <a:schemeClr val="accent2"/>
              </a:buClr>
              <a:buSzPts val="7000"/>
              <a:buNone/>
              <a:defRPr sz="7000">
                <a:solidFill>
                  <a:schemeClr val="accent2"/>
                </a:solidFill>
              </a:defRPr>
            </a:lvl1pPr>
            <a:lvl2pPr lvl="1" rtl="0">
              <a:spcBef>
                <a:spcPts val="0"/>
              </a:spcBef>
              <a:spcAft>
                <a:spcPts val="0"/>
              </a:spcAft>
              <a:buClr>
                <a:schemeClr val="accent2"/>
              </a:buClr>
              <a:buSzPts val="7000"/>
              <a:buNone/>
              <a:defRPr sz="7000">
                <a:solidFill>
                  <a:schemeClr val="accent2"/>
                </a:solidFill>
              </a:defRPr>
            </a:lvl2pPr>
            <a:lvl3pPr lvl="2" rtl="0">
              <a:spcBef>
                <a:spcPts val="0"/>
              </a:spcBef>
              <a:spcAft>
                <a:spcPts val="0"/>
              </a:spcAft>
              <a:buClr>
                <a:schemeClr val="accent2"/>
              </a:buClr>
              <a:buSzPts val="7000"/>
              <a:buNone/>
              <a:defRPr sz="7000">
                <a:solidFill>
                  <a:schemeClr val="accent2"/>
                </a:solidFill>
              </a:defRPr>
            </a:lvl3pPr>
            <a:lvl4pPr lvl="3" rtl="0">
              <a:spcBef>
                <a:spcPts val="0"/>
              </a:spcBef>
              <a:spcAft>
                <a:spcPts val="0"/>
              </a:spcAft>
              <a:buClr>
                <a:schemeClr val="accent2"/>
              </a:buClr>
              <a:buSzPts val="7000"/>
              <a:buNone/>
              <a:defRPr sz="7000">
                <a:solidFill>
                  <a:schemeClr val="accent2"/>
                </a:solidFill>
              </a:defRPr>
            </a:lvl4pPr>
            <a:lvl5pPr lvl="4" rtl="0">
              <a:spcBef>
                <a:spcPts val="0"/>
              </a:spcBef>
              <a:spcAft>
                <a:spcPts val="0"/>
              </a:spcAft>
              <a:buClr>
                <a:schemeClr val="accent2"/>
              </a:buClr>
              <a:buSzPts val="7000"/>
              <a:buNone/>
              <a:defRPr sz="7000">
                <a:solidFill>
                  <a:schemeClr val="accent2"/>
                </a:solidFill>
              </a:defRPr>
            </a:lvl5pPr>
            <a:lvl6pPr lvl="5" rtl="0">
              <a:spcBef>
                <a:spcPts val="0"/>
              </a:spcBef>
              <a:spcAft>
                <a:spcPts val="0"/>
              </a:spcAft>
              <a:buClr>
                <a:schemeClr val="accent2"/>
              </a:buClr>
              <a:buSzPts val="7000"/>
              <a:buNone/>
              <a:defRPr sz="7000">
                <a:solidFill>
                  <a:schemeClr val="accent2"/>
                </a:solidFill>
              </a:defRPr>
            </a:lvl6pPr>
            <a:lvl7pPr lvl="6" rtl="0">
              <a:spcBef>
                <a:spcPts val="0"/>
              </a:spcBef>
              <a:spcAft>
                <a:spcPts val="0"/>
              </a:spcAft>
              <a:buClr>
                <a:schemeClr val="accent2"/>
              </a:buClr>
              <a:buSzPts val="7000"/>
              <a:buNone/>
              <a:defRPr sz="7000">
                <a:solidFill>
                  <a:schemeClr val="accent2"/>
                </a:solidFill>
              </a:defRPr>
            </a:lvl7pPr>
            <a:lvl8pPr lvl="7" rtl="0">
              <a:spcBef>
                <a:spcPts val="0"/>
              </a:spcBef>
              <a:spcAft>
                <a:spcPts val="0"/>
              </a:spcAft>
              <a:buClr>
                <a:schemeClr val="accent2"/>
              </a:buClr>
              <a:buSzPts val="7000"/>
              <a:buNone/>
              <a:defRPr sz="7000">
                <a:solidFill>
                  <a:schemeClr val="accent2"/>
                </a:solidFill>
              </a:defRPr>
            </a:lvl8pPr>
            <a:lvl9pPr lvl="8" rtl="0">
              <a:spcBef>
                <a:spcPts val="0"/>
              </a:spcBef>
              <a:spcAft>
                <a:spcPts val="0"/>
              </a:spcAft>
              <a:buClr>
                <a:schemeClr val="accent2"/>
              </a:buClr>
              <a:buSzPts val="7000"/>
              <a:buNone/>
              <a:defRPr sz="7000">
                <a:solidFill>
                  <a:schemeClr val="accent2"/>
                </a:solidFill>
              </a:defRPr>
            </a:lvl9pPr>
          </a:lstStyle>
          <a:p>
            <a:r>
              <a:t>xx%</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_process">
  <p:cSld name="BIG_NUMBER_2_2_1_1_1_1_1_1_1_1">
    <p:spTree>
      <p:nvGrpSpPr>
        <p:cNvPr id="562" name="Shape 562"/>
        <p:cNvGrpSpPr/>
        <p:nvPr/>
      </p:nvGrpSpPr>
      <p:grpSpPr>
        <a:xfrm>
          <a:off x="0" y="0"/>
          <a:ext cx="0" cy="0"/>
          <a:chOff x="0" y="0"/>
          <a:chExt cx="0" cy="0"/>
        </a:xfrm>
      </p:grpSpPr>
      <p:sp>
        <p:nvSpPr>
          <p:cNvPr id="563" name="Google Shape;563;p71"/>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4" name="Google Shape;564;p71"/>
          <p:cNvSpPr txBox="1"/>
          <p:nvPr>
            <p:ph idx="1" type="subTitle"/>
          </p:nvPr>
        </p:nvSpPr>
        <p:spPr>
          <a:xfrm>
            <a:off x="4732950" y="1744200"/>
            <a:ext cx="1828800" cy="1828800"/>
          </a:xfrm>
          <a:prstGeom prst="rect">
            <a:avLst/>
          </a:prstGeom>
          <a:solidFill>
            <a:schemeClr val="accent3"/>
          </a:solidFill>
        </p:spPr>
        <p:txBody>
          <a:bodyPr anchorCtr="0" anchor="t" bIns="822950" lIns="137150" spcFirstLastPara="1" rIns="182875" wrap="square" tIns="274300">
            <a:noAutofit/>
          </a:bodyPr>
          <a:lstStyle>
            <a:lvl1pPr lvl="0" rtl="0">
              <a:lnSpc>
                <a:spcPct val="100000"/>
              </a:lnSpc>
              <a:spcBef>
                <a:spcPts val="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1pPr>
            <a:lvl2pPr lvl="1"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2pPr>
            <a:lvl3pPr lvl="2"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3pPr>
            <a:lvl4pPr lvl="3"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4pPr>
            <a:lvl5pPr lvl="4"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5pPr>
            <a:lvl6pPr lvl="5"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6pPr>
            <a:lvl7pPr lvl="6"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7pPr>
            <a:lvl8pPr lvl="7"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8pPr>
            <a:lvl9pPr lvl="8" rtl="0">
              <a:lnSpc>
                <a:spcPct val="100000"/>
              </a:lnSpc>
              <a:spcBef>
                <a:spcPts val="1000"/>
              </a:spcBef>
              <a:spcAft>
                <a:spcPts val="1000"/>
              </a:spcAft>
              <a:buClr>
                <a:schemeClr val="lt1"/>
              </a:buClr>
              <a:buSzPts val="1600"/>
              <a:buFont typeface="Inter Black"/>
              <a:buNone/>
              <a:defRPr>
                <a:solidFill>
                  <a:schemeClr val="lt1"/>
                </a:solidFill>
                <a:latin typeface="Inter Black"/>
                <a:ea typeface="Inter Black"/>
                <a:cs typeface="Inter Black"/>
                <a:sym typeface="Inter Black"/>
              </a:defRPr>
            </a:lvl9pPr>
          </a:lstStyle>
          <a:p/>
        </p:txBody>
      </p:sp>
      <p:sp>
        <p:nvSpPr>
          <p:cNvPr id="565" name="Google Shape;565;p71"/>
          <p:cNvSpPr txBox="1"/>
          <p:nvPr>
            <p:ph idx="2" type="subTitle"/>
          </p:nvPr>
        </p:nvSpPr>
        <p:spPr>
          <a:xfrm>
            <a:off x="6883524" y="1744200"/>
            <a:ext cx="1828800" cy="1828800"/>
          </a:xfrm>
          <a:prstGeom prst="rect">
            <a:avLst/>
          </a:prstGeom>
          <a:solidFill>
            <a:schemeClr val="accent5"/>
          </a:solidFill>
        </p:spPr>
        <p:txBody>
          <a:bodyPr anchorCtr="0" anchor="t" bIns="822950" lIns="137150" spcFirstLastPara="1" rIns="182875" wrap="square" tIns="274300">
            <a:noAutofit/>
          </a:bodyPr>
          <a:lstStyle>
            <a:lvl1pPr lvl="0" rtl="0">
              <a:lnSpc>
                <a:spcPct val="100000"/>
              </a:lnSpc>
              <a:spcBef>
                <a:spcPts val="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1pPr>
            <a:lvl2pPr lvl="1"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2pPr>
            <a:lvl3pPr lvl="2"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3pPr>
            <a:lvl4pPr lvl="3"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4pPr>
            <a:lvl5pPr lvl="4"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5pPr>
            <a:lvl6pPr lvl="5"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6pPr>
            <a:lvl7pPr lvl="6"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7pPr>
            <a:lvl8pPr lvl="7"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8pPr>
            <a:lvl9pPr lvl="8" rtl="0">
              <a:lnSpc>
                <a:spcPct val="100000"/>
              </a:lnSpc>
              <a:spcBef>
                <a:spcPts val="1000"/>
              </a:spcBef>
              <a:spcAft>
                <a:spcPts val="1000"/>
              </a:spcAft>
              <a:buClr>
                <a:schemeClr val="lt1"/>
              </a:buClr>
              <a:buSzPts val="1600"/>
              <a:buFont typeface="Inter Black"/>
              <a:buNone/>
              <a:defRPr>
                <a:solidFill>
                  <a:schemeClr val="lt1"/>
                </a:solidFill>
                <a:latin typeface="Inter Black"/>
                <a:ea typeface="Inter Black"/>
                <a:cs typeface="Inter Black"/>
                <a:sym typeface="Inter Black"/>
              </a:defRPr>
            </a:lvl9pPr>
          </a:lstStyle>
          <a:p/>
        </p:txBody>
      </p:sp>
      <p:sp>
        <p:nvSpPr>
          <p:cNvPr id="566" name="Google Shape;566;p71"/>
          <p:cNvSpPr txBox="1"/>
          <p:nvPr>
            <p:ph idx="3" type="subTitle"/>
          </p:nvPr>
        </p:nvSpPr>
        <p:spPr>
          <a:xfrm>
            <a:off x="2582375" y="1744200"/>
            <a:ext cx="1828800" cy="1828800"/>
          </a:xfrm>
          <a:prstGeom prst="rect">
            <a:avLst/>
          </a:prstGeom>
          <a:solidFill>
            <a:schemeClr val="accent2"/>
          </a:solidFill>
        </p:spPr>
        <p:txBody>
          <a:bodyPr anchorCtr="0" anchor="t" bIns="822950" lIns="137150" spcFirstLastPara="1" rIns="182875" wrap="square" tIns="274300">
            <a:noAutofit/>
          </a:bodyPr>
          <a:lstStyle>
            <a:lvl1pPr lvl="0" rtl="0">
              <a:lnSpc>
                <a:spcPct val="100000"/>
              </a:lnSpc>
              <a:spcBef>
                <a:spcPts val="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1pPr>
            <a:lvl2pPr lvl="1"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2pPr>
            <a:lvl3pPr lvl="2"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3pPr>
            <a:lvl4pPr lvl="3"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4pPr>
            <a:lvl5pPr lvl="4"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5pPr>
            <a:lvl6pPr lvl="5"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6pPr>
            <a:lvl7pPr lvl="6"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7pPr>
            <a:lvl8pPr lvl="7"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8pPr>
            <a:lvl9pPr lvl="8" rtl="0">
              <a:lnSpc>
                <a:spcPct val="100000"/>
              </a:lnSpc>
              <a:spcBef>
                <a:spcPts val="1000"/>
              </a:spcBef>
              <a:spcAft>
                <a:spcPts val="1000"/>
              </a:spcAft>
              <a:buClr>
                <a:schemeClr val="lt1"/>
              </a:buClr>
              <a:buSzPts val="1600"/>
              <a:buFont typeface="Inter Black"/>
              <a:buNone/>
              <a:defRPr>
                <a:solidFill>
                  <a:schemeClr val="lt1"/>
                </a:solidFill>
                <a:latin typeface="Inter Black"/>
                <a:ea typeface="Inter Black"/>
                <a:cs typeface="Inter Black"/>
                <a:sym typeface="Inter Black"/>
              </a:defRPr>
            </a:lvl9pPr>
          </a:lstStyle>
          <a:p/>
        </p:txBody>
      </p:sp>
      <p:sp>
        <p:nvSpPr>
          <p:cNvPr id="567" name="Google Shape;567;p71"/>
          <p:cNvSpPr txBox="1"/>
          <p:nvPr>
            <p:ph idx="4" type="subTitle"/>
          </p:nvPr>
        </p:nvSpPr>
        <p:spPr>
          <a:xfrm>
            <a:off x="431800" y="1744200"/>
            <a:ext cx="1828800" cy="1828800"/>
          </a:xfrm>
          <a:prstGeom prst="rect">
            <a:avLst/>
          </a:prstGeom>
          <a:solidFill>
            <a:schemeClr val="accent1"/>
          </a:solidFill>
        </p:spPr>
        <p:txBody>
          <a:bodyPr anchorCtr="0" anchor="t" bIns="822950" lIns="137150" spcFirstLastPara="1" rIns="182875" wrap="square" tIns="274300">
            <a:noAutofit/>
          </a:bodyPr>
          <a:lstStyle>
            <a:lvl1pPr lvl="0" rtl="0">
              <a:lnSpc>
                <a:spcPct val="100000"/>
              </a:lnSpc>
              <a:spcBef>
                <a:spcPts val="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1pPr>
            <a:lvl2pPr lvl="1"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2pPr>
            <a:lvl3pPr lvl="2"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3pPr>
            <a:lvl4pPr lvl="3"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4pPr>
            <a:lvl5pPr lvl="4"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5pPr>
            <a:lvl6pPr lvl="5"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6pPr>
            <a:lvl7pPr lvl="6"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7pPr>
            <a:lvl8pPr lvl="7" rtl="0">
              <a:lnSpc>
                <a:spcPct val="100000"/>
              </a:lnSpc>
              <a:spcBef>
                <a:spcPts val="1000"/>
              </a:spcBef>
              <a:spcAft>
                <a:spcPts val="0"/>
              </a:spcAft>
              <a:buClr>
                <a:schemeClr val="lt1"/>
              </a:buClr>
              <a:buSzPts val="1600"/>
              <a:buFont typeface="Inter Black"/>
              <a:buNone/>
              <a:defRPr>
                <a:solidFill>
                  <a:schemeClr val="lt1"/>
                </a:solidFill>
                <a:latin typeface="Inter Black"/>
                <a:ea typeface="Inter Black"/>
                <a:cs typeface="Inter Black"/>
                <a:sym typeface="Inter Black"/>
              </a:defRPr>
            </a:lvl8pPr>
            <a:lvl9pPr lvl="8" rtl="0">
              <a:lnSpc>
                <a:spcPct val="100000"/>
              </a:lnSpc>
              <a:spcBef>
                <a:spcPts val="1000"/>
              </a:spcBef>
              <a:spcAft>
                <a:spcPts val="1000"/>
              </a:spcAft>
              <a:buClr>
                <a:schemeClr val="lt1"/>
              </a:buClr>
              <a:buSzPts val="1600"/>
              <a:buFont typeface="Inter Black"/>
              <a:buNone/>
              <a:defRPr>
                <a:solidFill>
                  <a:schemeClr val="lt1"/>
                </a:solidFill>
                <a:latin typeface="Inter Black"/>
                <a:ea typeface="Inter Black"/>
                <a:cs typeface="Inter Black"/>
                <a:sym typeface="Inter Black"/>
              </a:defRPr>
            </a:lvl9pPr>
          </a:lstStyle>
          <a:p/>
        </p:txBody>
      </p:sp>
      <p:cxnSp>
        <p:nvCxnSpPr>
          <p:cNvPr id="568" name="Google Shape;568;p71"/>
          <p:cNvCxnSpPr>
            <a:stCxn id="567" idx="3"/>
            <a:endCxn id="566" idx="1"/>
          </p:cNvCxnSpPr>
          <p:nvPr/>
        </p:nvCxnSpPr>
        <p:spPr>
          <a:xfrm>
            <a:off x="2260600" y="2658600"/>
            <a:ext cx="321900" cy="0"/>
          </a:xfrm>
          <a:prstGeom prst="straightConnector1">
            <a:avLst/>
          </a:prstGeom>
          <a:noFill/>
          <a:ln cap="flat" cmpd="sng" w="19050">
            <a:solidFill>
              <a:srgbClr val="9E9E9E"/>
            </a:solidFill>
            <a:prstDash val="solid"/>
            <a:round/>
            <a:headEnd len="med" w="med" type="none"/>
            <a:tailEnd len="med" w="med" type="none"/>
          </a:ln>
        </p:spPr>
      </p:cxnSp>
      <p:cxnSp>
        <p:nvCxnSpPr>
          <p:cNvPr id="569" name="Google Shape;569;p71"/>
          <p:cNvCxnSpPr>
            <a:stCxn id="566" idx="3"/>
            <a:endCxn id="564" idx="1"/>
          </p:cNvCxnSpPr>
          <p:nvPr/>
        </p:nvCxnSpPr>
        <p:spPr>
          <a:xfrm>
            <a:off x="4411175" y="2658600"/>
            <a:ext cx="321900" cy="0"/>
          </a:xfrm>
          <a:prstGeom prst="straightConnector1">
            <a:avLst/>
          </a:prstGeom>
          <a:noFill/>
          <a:ln cap="flat" cmpd="sng" w="19050">
            <a:solidFill>
              <a:srgbClr val="9E9E9E"/>
            </a:solidFill>
            <a:prstDash val="solid"/>
            <a:round/>
            <a:headEnd len="med" w="med" type="none"/>
            <a:tailEnd len="med" w="med" type="none"/>
          </a:ln>
        </p:spPr>
      </p:cxnSp>
      <p:cxnSp>
        <p:nvCxnSpPr>
          <p:cNvPr id="570" name="Google Shape;570;p71"/>
          <p:cNvCxnSpPr>
            <a:stCxn id="564" idx="3"/>
            <a:endCxn id="565" idx="1"/>
          </p:cNvCxnSpPr>
          <p:nvPr/>
        </p:nvCxnSpPr>
        <p:spPr>
          <a:xfrm>
            <a:off x="6561750" y="2658600"/>
            <a:ext cx="321900" cy="0"/>
          </a:xfrm>
          <a:prstGeom prst="straightConnector1">
            <a:avLst/>
          </a:prstGeom>
          <a:noFill/>
          <a:ln cap="flat" cmpd="sng" w="19050">
            <a:solidFill>
              <a:srgbClr val="9E9E9E"/>
            </a:solidFill>
            <a:prstDash val="solid"/>
            <a:round/>
            <a:headEnd len="med" w="med" type="none"/>
            <a:tailEnd len="med" w="med" type="none"/>
          </a:ln>
        </p:spPr>
      </p:cxnSp>
      <p:sp>
        <p:nvSpPr>
          <p:cNvPr id="571" name="Google Shape;571;p71"/>
          <p:cNvSpPr txBox="1"/>
          <p:nvPr>
            <p:ph idx="5" type="subTitle"/>
          </p:nvPr>
        </p:nvSpPr>
        <p:spPr>
          <a:xfrm>
            <a:off x="431800" y="2828275"/>
            <a:ext cx="1828800" cy="521100"/>
          </a:xfrm>
          <a:prstGeom prst="rect">
            <a:avLst/>
          </a:prstGeom>
        </p:spPr>
        <p:txBody>
          <a:bodyPr anchorCtr="0" anchor="t" bIns="91425" lIns="137150" spcFirstLastPara="1" rIns="137150" wrap="square" tIns="91425">
            <a:noAutofit/>
          </a:bodyPr>
          <a:lstStyle>
            <a:lvl1pPr lvl="0" rtl="0">
              <a:lnSpc>
                <a:spcPct val="100000"/>
              </a:lnSpc>
              <a:spcBef>
                <a:spcPts val="0"/>
              </a:spcBef>
              <a:spcAft>
                <a:spcPts val="0"/>
              </a:spcAft>
              <a:buClr>
                <a:schemeClr val="lt1"/>
              </a:buClr>
              <a:buSzPts val="1200"/>
              <a:buNone/>
              <a:defRPr sz="1200">
                <a:solidFill>
                  <a:schemeClr val="lt1"/>
                </a:solidFill>
              </a:defRPr>
            </a:lvl1pPr>
            <a:lvl2pPr lvl="1" rtl="0">
              <a:lnSpc>
                <a:spcPct val="100000"/>
              </a:lnSpc>
              <a:spcBef>
                <a:spcPts val="1000"/>
              </a:spcBef>
              <a:spcAft>
                <a:spcPts val="0"/>
              </a:spcAft>
              <a:buClr>
                <a:schemeClr val="lt1"/>
              </a:buClr>
              <a:buSzPts val="1200"/>
              <a:buNone/>
              <a:defRPr sz="1200">
                <a:solidFill>
                  <a:schemeClr val="lt1"/>
                </a:solidFill>
              </a:defRPr>
            </a:lvl2pPr>
            <a:lvl3pPr lvl="2" rtl="0">
              <a:lnSpc>
                <a:spcPct val="100000"/>
              </a:lnSpc>
              <a:spcBef>
                <a:spcPts val="1000"/>
              </a:spcBef>
              <a:spcAft>
                <a:spcPts val="0"/>
              </a:spcAft>
              <a:buClr>
                <a:schemeClr val="lt1"/>
              </a:buClr>
              <a:buSzPts val="1200"/>
              <a:buNone/>
              <a:defRPr sz="1200">
                <a:solidFill>
                  <a:schemeClr val="lt1"/>
                </a:solidFill>
              </a:defRPr>
            </a:lvl3pPr>
            <a:lvl4pPr lvl="3" rtl="0">
              <a:lnSpc>
                <a:spcPct val="100000"/>
              </a:lnSpc>
              <a:spcBef>
                <a:spcPts val="1000"/>
              </a:spcBef>
              <a:spcAft>
                <a:spcPts val="0"/>
              </a:spcAft>
              <a:buClr>
                <a:schemeClr val="lt1"/>
              </a:buClr>
              <a:buSzPts val="1200"/>
              <a:buNone/>
              <a:defRPr sz="1200">
                <a:solidFill>
                  <a:schemeClr val="lt1"/>
                </a:solidFill>
              </a:defRPr>
            </a:lvl4pPr>
            <a:lvl5pPr lvl="4" rtl="0">
              <a:lnSpc>
                <a:spcPct val="100000"/>
              </a:lnSpc>
              <a:spcBef>
                <a:spcPts val="1000"/>
              </a:spcBef>
              <a:spcAft>
                <a:spcPts val="0"/>
              </a:spcAft>
              <a:buClr>
                <a:schemeClr val="lt1"/>
              </a:buClr>
              <a:buSzPts val="1200"/>
              <a:buNone/>
              <a:defRPr sz="1200">
                <a:solidFill>
                  <a:schemeClr val="lt1"/>
                </a:solidFill>
              </a:defRPr>
            </a:lvl5pPr>
            <a:lvl6pPr lvl="5" rtl="0">
              <a:lnSpc>
                <a:spcPct val="100000"/>
              </a:lnSpc>
              <a:spcBef>
                <a:spcPts val="1000"/>
              </a:spcBef>
              <a:spcAft>
                <a:spcPts val="0"/>
              </a:spcAft>
              <a:buClr>
                <a:schemeClr val="lt1"/>
              </a:buClr>
              <a:buSzPts val="1200"/>
              <a:buNone/>
              <a:defRPr sz="1200">
                <a:solidFill>
                  <a:schemeClr val="lt1"/>
                </a:solidFill>
              </a:defRPr>
            </a:lvl6pPr>
            <a:lvl7pPr lvl="6" rtl="0">
              <a:lnSpc>
                <a:spcPct val="100000"/>
              </a:lnSpc>
              <a:spcBef>
                <a:spcPts val="1000"/>
              </a:spcBef>
              <a:spcAft>
                <a:spcPts val="0"/>
              </a:spcAft>
              <a:buClr>
                <a:schemeClr val="lt1"/>
              </a:buClr>
              <a:buSzPts val="1200"/>
              <a:buNone/>
              <a:defRPr sz="1200">
                <a:solidFill>
                  <a:schemeClr val="lt1"/>
                </a:solidFill>
              </a:defRPr>
            </a:lvl7pPr>
            <a:lvl8pPr lvl="7" rtl="0">
              <a:lnSpc>
                <a:spcPct val="100000"/>
              </a:lnSpc>
              <a:spcBef>
                <a:spcPts val="1000"/>
              </a:spcBef>
              <a:spcAft>
                <a:spcPts val="0"/>
              </a:spcAft>
              <a:buClr>
                <a:schemeClr val="lt1"/>
              </a:buClr>
              <a:buSzPts val="1200"/>
              <a:buNone/>
              <a:defRPr sz="1200">
                <a:solidFill>
                  <a:schemeClr val="lt1"/>
                </a:solidFill>
              </a:defRPr>
            </a:lvl8pPr>
            <a:lvl9pPr lvl="8" rtl="0">
              <a:lnSpc>
                <a:spcPct val="100000"/>
              </a:lnSpc>
              <a:spcBef>
                <a:spcPts val="1000"/>
              </a:spcBef>
              <a:spcAft>
                <a:spcPts val="1000"/>
              </a:spcAft>
              <a:buClr>
                <a:schemeClr val="lt1"/>
              </a:buClr>
              <a:buSzPts val="1200"/>
              <a:buNone/>
              <a:defRPr sz="1200">
                <a:solidFill>
                  <a:schemeClr val="lt1"/>
                </a:solidFill>
              </a:defRPr>
            </a:lvl9pPr>
          </a:lstStyle>
          <a:p/>
        </p:txBody>
      </p:sp>
      <p:sp>
        <p:nvSpPr>
          <p:cNvPr id="572" name="Google Shape;572;p71"/>
          <p:cNvSpPr txBox="1"/>
          <p:nvPr>
            <p:ph idx="6" type="subTitle"/>
          </p:nvPr>
        </p:nvSpPr>
        <p:spPr>
          <a:xfrm>
            <a:off x="2582375" y="2828275"/>
            <a:ext cx="1828800" cy="521100"/>
          </a:xfrm>
          <a:prstGeom prst="rect">
            <a:avLst/>
          </a:prstGeom>
        </p:spPr>
        <p:txBody>
          <a:bodyPr anchorCtr="0" anchor="t" bIns="91425" lIns="137150" spcFirstLastPara="1" rIns="137150" wrap="square" tIns="91425">
            <a:noAutofit/>
          </a:bodyPr>
          <a:lstStyle>
            <a:lvl1pPr lvl="0" rtl="0">
              <a:lnSpc>
                <a:spcPct val="100000"/>
              </a:lnSpc>
              <a:spcBef>
                <a:spcPts val="0"/>
              </a:spcBef>
              <a:spcAft>
                <a:spcPts val="0"/>
              </a:spcAft>
              <a:buClr>
                <a:schemeClr val="lt1"/>
              </a:buClr>
              <a:buSzPts val="1200"/>
              <a:buNone/>
              <a:defRPr sz="1200">
                <a:solidFill>
                  <a:schemeClr val="lt1"/>
                </a:solidFill>
              </a:defRPr>
            </a:lvl1pPr>
            <a:lvl2pPr lvl="1" rtl="0">
              <a:lnSpc>
                <a:spcPct val="100000"/>
              </a:lnSpc>
              <a:spcBef>
                <a:spcPts val="1000"/>
              </a:spcBef>
              <a:spcAft>
                <a:spcPts val="0"/>
              </a:spcAft>
              <a:buClr>
                <a:schemeClr val="lt1"/>
              </a:buClr>
              <a:buSzPts val="1200"/>
              <a:buNone/>
              <a:defRPr sz="1200">
                <a:solidFill>
                  <a:schemeClr val="lt1"/>
                </a:solidFill>
              </a:defRPr>
            </a:lvl2pPr>
            <a:lvl3pPr lvl="2" rtl="0">
              <a:lnSpc>
                <a:spcPct val="100000"/>
              </a:lnSpc>
              <a:spcBef>
                <a:spcPts val="1000"/>
              </a:spcBef>
              <a:spcAft>
                <a:spcPts val="0"/>
              </a:spcAft>
              <a:buClr>
                <a:schemeClr val="lt1"/>
              </a:buClr>
              <a:buSzPts val="1200"/>
              <a:buNone/>
              <a:defRPr sz="1200">
                <a:solidFill>
                  <a:schemeClr val="lt1"/>
                </a:solidFill>
              </a:defRPr>
            </a:lvl3pPr>
            <a:lvl4pPr lvl="3" rtl="0">
              <a:lnSpc>
                <a:spcPct val="100000"/>
              </a:lnSpc>
              <a:spcBef>
                <a:spcPts val="1000"/>
              </a:spcBef>
              <a:spcAft>
                <a:spcPts val="0"/>
              </a:spcAft>
              <a:buClr>
                <a:schemeClr val="lt1"/>
              </a:buClr>
              <a:buSzPts val="1200"/>
              <a:buNone/>
              <a:defRPr sz="1200">
                <a:solidFill>
                  <a:schemeClr val="lt1"/>
                </a:solidFill>
              </a:defRPr>
            </a:lvl4pPr>
            <a:lvl5pPr lvl="4" rtl="0">
              <a:lnSpc>
                <a:spcPct val="100000"/>
              </a:lnSpc>
              <a:spcBef>
                <a:spcPts val="1000"/>
              </a:spcBef>
              <a:spcAft>
                <a:spcPts val="0"/>
              </a:spcAft>
              <a:buClr>
                <a:schemeClr val="lt1"/>
              </a:buClr>
              <a:buSzPts val="1200"/>
              <a:buNone/>
              <a:defRPr sz="1200">
                <a:solidFill>
                  <a:schemeClr val="lt1"/>
                </a:solidFill>
              </a:defRPr>
            </a:lvl5pPr>
            <a:lvl6pPr lvl="5" rtl="0">
              <a:lnSpc>
                <a:spcPct val="100000"/>
              </a:lnSpc>
              <a:spcBef>
                <a:spcPts val="1000"/>
              </a:spcBef>
              <a:spcAft>
                <a:spcPts val="0"/>
              </a:spcAft>
              <a:buClr>
                <a:schemeClr val="lt1"/>
              </a:buClr>
              <a:buSzPts val="1200"/>
              <a:buNone/>
              <a:defRPr sz="1200">
                <a:solidFill>
                  <a:schemeClr val="lt1"/>
                </a:solidFill>
              </a:defRPr>
            </a:lvl6pPr>
            <a:lvl7pPr lvl="6" rtl="0">
              <a:lnSpc>
                <a:spcPct val="100000"/>
              </a:lnSpc>
              <a:spcBef>
                <a:spcPts val="1000"/>
              </a:spcBef>
              <a:spcAft>
                <a:spcPts val="0"/>
              </a:spcAft>
              <a:buClr>
                <a:schemeClr val="lt1"/>
              </a:buClr>
              <a:buSzPts val="1200"/>
              <a:buNone/>
              <a:defRPr sz="1200">
                <a:solidFill>
                  <a:schemeClr val="lt1"/>
                </a:solidFill>
              </a:defRPr>
            </a:lvl7pPr>
            <a:lvl8pPr lvl="7" rtl="0">
              <a:lnSpc>
                <a:spcPct val="100000"/>
              </a:lnSpc>
              <a:spcBef>
                <a:spcPts val="1000"/>
              </a:spcBef>
              <a:spcAft>
                <a:spcPts val="0"/>
              </a:spcAft>
              <a:buClr>
                <a:schemeClr val="lt1"/>
              </a:buClr>
              <a:buSzPts val="1200"/>
              <a:buNone/>
              <a:defRPr sz="1200">
                <a:solidFill>
                  <a:schemeClr val="lt1"/>
                </a:solidFill>
              </a:defRPr>
            </a:lvl8pPr>
            <a:lvl9pPr lvl="8" rtl="0">
              <a:lnSpc>
                <a:spcPct val="100000"/>
              </a:lnSpc>
              <a:spcBef>
                <a:spcPts val="1000"/>
              </a:spcBef>
              <a:spcAft>
                <a:spcPts val="1000"/>
              </a:spcAft>
              <a:buClr>
                <a:schemeClr val="lt1"/>
              </a:buClr>
              <a:buSzPts val="1200"/>
              <a:buNone/>
              <a:defRPr sz="1200">
                <a:solidFill>
                  <a:schemeClr val="lt1"/>
                </a:solidFill>
              </a:defRPr>
            </a:lvl9pPr>
          </a:lstStyle>
          <a:p/>
        </p:txBody>
      </p:sp>
      <p:sp>
        <p:nvSpPr>
          <p:cNvPr id="573" name="Google Shape;573;p71"/>
          <p:cNvSpPr txBox="1"/>
          <p:nvPr>
            <p:ph idx="7" type="subTitle"/>
          </p:nvPr>
        </p:nvSpPr>
        <p:spPr>
          <a:xfrm>
            <a:off x="6883524" y="2828275"/>
            <a:ext cx="1874400" cy="521100"/>
          </a:xfrm>
          <a:prstGeom prst="rect">
            <a:avLst/>
          </a:prstGeom>
        </p:spPr>
        <p:txBody>
          <a:bodyPr anchorCtr="0" anchor="t" bIns="91425" lIns="137150" spcFirstLastPara="1" rIns="137150" wrap="square" tIns="91425">
            <a:noAutofit/>
          </a:bodyPr>
          <a:lstStyle>
            <a:lvl1pPr lvl="0" rtl="0">
              <a:lnSpc>
                <a:spcPct val="100000"/>
              </a:lnSpc>
              <a:spcBef>
                <a:spcPts val="0"/>
              </a:spcBef>
              <a:spcAft>
                <a:spcPts val="0"/>
              </a:spcAft>
              <a:buClr>
                <a:schemeClr val="lt1"/>
              </a:buClr>
              <a:buSzPts val="1200"/>
              <a:buNone/>
              <a:defRPr sz="1200">
                <a:solidFill>
                  <a:schemeClr val="lt1"/>
                </a:solidFill>
              </a:defRPr>
            </a:lvl1pPr>
            <a:lvl2pPr lvl="1" rtl="0">
              <a:lnSpc>
                <a:spcPct val="100000"/>
              </a:lnSpc>
              <a:spcBef>
                <a:spcPts val="1000"/>
              </a:spcBef>
              <a:spcAft>
                <a:spcPts val="0"/>
              </a:spcAft>
              <a:buClr>
                <a:schemeClr val="lt1"/>
              </a:buClr>
              <a:buSzPts val="1200"/>
              <a:buNone/>
              <a:defRPr sz="1200">
                <a:solidFill>
                  <a:schemeClr val="lt1"/>
                </a:solidFill>
              </a:defRPr>
            </a:lvl2pPr>
            <a:lvl3pPr lvl="2" rtl="0">
              <a:lnSpc>
                <a:spcPct val="100000"/>
              </a:lnSpc>
              <a:spcBef>
                <a:spcPts val="1000"/>
              </a:spcBef>
              <a:spcAft>
                <a:spcPts val="0"/>
              </a:spcAft>
              <a:buClr>
                <a:schemeClr val="lt1"/>
              </a:buClr>
              <a:buSzPts val="1200"/>
              <a:buNone/>
              <a:defRPr sz="1200">
                <a:solidFill>
                  <a:schemeClr val="lt1"/>
                </a:solidFill>
              </a:defRPr>
            </a:lvl3pPr>
            <a:lvl4pPr lvl="3" rtl="0">
              <a:lnSpc>
                <a:spcPct val="100000"/>
              </a:lnSpc>
              <a:spcBef>
                <a:spcPts val="1000"/>
              </a:spcBef>
              <a:spcAft>
                <a:spcPts val="0"/>
              </a:spcAft>
              <a:buClr>
                <a:schemeClr val="lt1"/>
              </a:buClr>
              <a:buSzPts val="1200"/>
              <a:buNone/>
              <a:defRPr sz="1200">
                <a:solidFill>
                  <a:schemeClr val="lt1"/>
                </a:solidFill>
              </a:defRPr>
            </a:lvl4pPr>
            <a:lvl5pPr lvl="4" rtl="0">
              <a:lnSpc>
                <a:spcPct val="100000"/>
              </a:lnSpc>
              <a:spcBef>
                <a:spcPts val="1000"/>
              </a:spcBef>
              <a:spcAft>
                <a:spcPts val="0"/>
              </a:spcAft>
              <a:buClr>
                <a:schemeClr val="lt1"/>
              </a:buClr>
              <a:buSzPts val="1200"/>
              <a:buNone/>
              <a:defRPr sz="1200">
                <a:solidFill>
                  <a:schemeClr val="lt1"/>
                </a:solidFill>
              </a:defRPr>
            </a:lvl5pPr>
            <a:lvl6pPr lvl="5" rtl="0">
              <a:lnSpc>
                <a:spcPct val="100000"/>
              </a:lnSpc>
              <a:spcBef>
                <a:spcPts val="1000"/>
              </a:spcBef>
              <a:spcAft>
                <a:spcPts val="0"/>
              </a:spcAft>
              <a:buClr>
                <a:schemeClr val="lt1"/>
              </a:buClr>
              <a:buSzPts val="1200"/>
              <a:buNone/>
              <a:defRPr sz="1200">
                <a:solidFill>
                  <a:schemeClr val="lt1"/>
                </a:solidFill>
              </a:defRPr>
            </a:lvl6pPr>
            <a:lvl7pPr lvl="6" rtl="0">
              <a:lnSpc>
                <a:spcPct val="100000"/>
              </a:lnSpc>
              <a:spcBef>
                <a:spcPts val="1000"/>
              </a:spcBef>
              <a:spcAft>
                <a:spcPts val="0"/>
              </a:spcAft>
              <a:buClr>
                <a:schemeClr val="lt1"/>
              </a:buClr>
              <a:buSzPts val="1200"/>
              <a:buNone/>
              <a:defRPr sz="1200">
                <a:solidFill>
                  <a:schemeClr val="lt1"/>
                </a:solidFill>
              </a:defRPr>
            </a:lvl7pPr>
            <a:lvl8pPr lvl="7" rtl="0">
              <a:lnSpc>
                <a:spcPct val="100000"/>
              </a:lnSpc>
              <a:spcBef>
                <a:spcPts val="1000"/>
              </a:spcBef>
              <a:spcAft>
                <a:spcPts val="0"/>
              </a:spcAft>
              <a:buClr>
                <a:schemeClr val="lt1"/>
              </a:buClr>
              <a:buSzPts val="1200"/>
              <a:buNone/>
              <a:defRPr sz="1200">
                <a:solidFill>
                  <a:schemeClr val="lt1"/>
                </a:solidFill>
              </a:defRPr>
            </a:lvl8pPr>
            <a:lvl9pPr lvl="8" rtl="0">
              <a:lnSpc>
                <a:spcPct val="100000"/>
              </a:lnSpc>
              <a:spcBef>
                <a:spcPts val="1000"/>
              </a:spcBef>
              <a:spcAft>
                <a:spcPts val="1000"/>
              </a:spcAft>
              <a:buClr>
                <a:schemeClr val="lt1"/>
              </a:buClr>
              <a:buSzPts val="1200"/>
              <a:buNone/>
              <a:defRPr sz="1200">
                <a:solidFill>
                  <a:schemeClr val="lt1"/>
                </a:solidFill>
              </a:defRPr>
            </a:lvl9pPr>
          </a:lstStyle>
          <a:p/>
        </p:txBody>
      </p:sp>
      <p:sp>
        <p:nvSpPr>
          <p:cNvPr id="574" name="Google Shape;574;p71"/>
          <p:cNvSpPr txBox="1"/>
          <p:nvPr>
            <p:ph idx="8" type="subTitle"/>
          </p:nvPr>
        </p:nvSpPr>
        <p:spPr>
          <a:xfrm>
            <a:off x="4732950" y="2828275"/>
            <a:ext cx="1828800" cy="521100"/>
          </a:xfrm>
          <a:prstGeom prst="rect">
            <a:avLst/>
          </a:prstGeom>
        </p:spPr>
        <p:txBody>
          <a:bodyPr anchorCtr="0" anchor="t" bIns="91425" lIns="137150" spcFirstLastPara="1" rIns="137150" wrap="square" tIns="91425">
            <a:noAutofit/>
          </a:bodyPr>
          <a:lstStyle>
            <a:lvl1pPr lvl="0" rtl="0">
              <a:lnSpc>
                <a:spcPct val="100000"/>
              </a:lnSpc>
              <a:spcBef>
                <a:spcPts val="0"/>
              </a:spcBef>
              <a:spcAft>
                <a:spcPts val="0"/>
              </a:spcAft>
              <a:buClr>
                <a:schemeClr val="lt1"/>
              </a:buClr>
              <a:buSzPts val="1200"/>
              <a:buNone/>
              <a:defRPr sz="1200">
                <a:solidFill>
                  <a:schemeClr val="lt1"/>
                </a:solidFill>
              </a:defRPr>
            </a:lvl1pPr>
            <a:lvl2pPr lvl="1" rtl="0">
              <a:lnSpc>
                <a:spcPct val="100000"/>
              </a:lnSpc>
              <a:spcBef>
                <a:spcPts val="1000"/>
              </a:spcBef>
              <a:spcAft>
                <a:spcPts val="0"/>
              </a:spcAft>
              <a:buClr>
                <a:schemeClr val="lt1"/>
              </a:buClr>
              <a:buSzPts val="1200"/>
              <a:buNone/>
              <a:defRPr sz="1200">
                <a:solidFill>
                  <a:schemeClr val="lt1"/>
                </a:solidFill>
              </a:defRPr>
            </a:lvl2pPr>
            <a:lvl3pPr lvl="2" rtl="0">
              <a:lnSpc>
                <a:spcPct val="100000"/>
              </a:lnSpc>
              <a:spcBef>
                <a:spcPts val="1000"/>
              </a:spcBef>
              <a:spcAft>
                <a:spcPts val="0"/>
              </a:spcAft>
              <a:buClr>
                <a:schemeClr val="lt1"/>
              </a:buClr>
              <a:buSzPts val="1200"/>
              <a:buNone/>
              <a:defRPr sz="1200">
                <a:solidFill>
                  <a:schemeClr val="lt1"/>
                </a:solidFill>
              </a:defRPr>
            </a:lvl3pPr>
            <a:lvl4pPr lvl="3" rtl="0">
              <a:lnSpc>
                <a:spcPct val="100000"/>
              </a:lnSpc>
              <a:spcBef>
                <a:spcPts val="1000"/>
              </a:spcBef>
              <a:spcAft>
                <a:spcPts val="0"/>
              </a:spcAft>
              <a:buClr>
                <a:schemeClr val="lt1"/>
              </a:buClr>
              <a:buSzPts val="1200"/>
              <a:buNone/>
              <a:defRPr sz="1200">
                <a:solidFill>
                  <a:schemeClr val="lt1"/>
                </a:solidFill>
              </a:defRPr>
            </a:lvl4pPr>
            <a:lvl5pPr lvl="4" rtl="0">
              <a:lnSpc>
                <a:spcPct val="100000"/>
              </a:lnSpc>
              <a:spcBef>
                <a:spcPts val="1000"/>
              </a:spcBef>
              <a:spcAft>
                <a:spcPts val="0"/>
              </a:spcAft>
              <a:buClr>
                <a:schemeClr val="lt1"/>
              </a:buClr>
              <a:buSzPts val="1200"/>
              <a:buNone/>
              <a:defRPr sz="1200">
                <a:solidFill>
                  <a:schemeClr val="lt1"/>
                </a:solidFill>
              </a:defRPr>
            </a:lvl5pPr>
            <a:lvl6pPr lvl="5" rtl="0">
              <a:lnSpc>
                <a:spcPct val="100000"/>
              </a:lnSpc>
              <a:spcBef>
                <a:spcPts val="1000"/>
              </a:spcBef>
              <a:spcAft>
                <a:spcPts val="0"/>
              </a:spcAft>
              <a:buClr>
                <a:schemeClr val="lt1"/>
              </a:buClr>
              <a:buSzPts val="1200"/>
              <a:buNone/>
              <a:defRPr sz="1200">
                <a:solidFill>
                  <a:schemeClr val="lt1"/>
                </a:solidFill>
              </a:defRPr>
            </a:lvl6pPr>
            <a:lvl7pPr lvl="6" rtl="0">
              <a:lnSpc>
                <a:spcPct val="100000"/>
              </a:lnSpc>
              <a:spcBef>
                <a:spcPts val="1000"/>
              </a:spcBef>
              <a:spcAft>
                <a:spcPts val="0"/>
              </a:spcAft>
              <a:buClr>
                <a:schemeClr val="lt1"/>
              </a:buClr>
              <a:buSzPts val="1200"/>
              <a:buNone/>
              <a:defRPr sz="1200">
                <a:solidFill>
                  <a:schemeClr val="lt1"/>
                </a:solidFill>
              </a:defRPr>
            </a:lvl7pPr>
            <a:lvl8pPr lvl="7" rtl="0">
              <a:lnSpc>
                <a:spcPct val="100000"/>
              </a:lnSpc>
              <a:spcBef>
                <a:spcPts val="1000"/>
              </a:spcBef>
              <a:spcAft>
                <a:spcPts val="0"/>
              </a:spcAft>
              <a:buClr>
                <a:schemeClr val="lt1"/>
              </a:buClr>
              <a:buSzPts val="1200"/>
              <a:buNone/>
              <a:defRPr sz="1200">
                <a:solidFill>
                  <a:schemeClr val="lt1"/>
                </a:solidFill>
              </a:defRPr>
            </a:lvl8pPr>
            <a:lvl9pPr lvl="8" rtl="0">
              <a:lnSpc>
                <a:spcPct val="100000"/>
              </a:lnSpc>
              <a:spcBef>
                <a:spcPts val="1000"/>
              </a:spcBef>
              <a:spcAft>
                <a:spcPts val="1000"/>
              </a:spcAft>
              <a:buClr>
                <a:schemeClr val="lt1"/>
              </a:buClr>
              <a:buSzPts val="1200"/>
              <a:buNone/>
              <a:defRPr sz="1200">
                <a:solidFill>
                  <a:schemeClr val="lt1"/>
                </a:solidFill>
              </a:defRPr>
            </a:lvl9pPr>
          </a:lstStyle>
          <a:p/>
        </p:txBody>
      </p:sp>
      <p:sp>
        <p:nvSpPr>
          <p:cNvPr id="575" name="Google Shape;575;p71"/>
          <p:cNvSpPr txBox="1"/>
          <p:nvPr>
            <p:ph idx="9"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576" name="Google Shape;576;p71"/>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_timeline">
  <p:cSld name="BIG_NUMBER_2_2_1_1_1_1_1">
    <p:spTree>
      <p:nvGrpSpPr>
        <p:cNvPr id="577" name="Shape 577"/>
        <p:cNvGrpSpPr/>
        <p:nvPr/>
      </p:nvGrpSpPr>
      <p:grpSpPr>
        <a:xfrm>
          <a:off x="0" y="0"/>
          <a:ext cx="0" cy="0"/>
          <a:chOff x="0" y="0"/>
          <a:chExt cx="0" cy="0"/>
        </a:xfrm>
      </p:grpSpPr>
      <p:sp>
        <p:nvSpPr>
          <p:cNvPr id="578" name="Google Shape;578;p72"/>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579" name="Google Shape;579;p72"/>
          <p:cNvCxnSpPr/>
          <p:nvPr/>
        </p:nvCxnSpPr>
        <p:spPr>
          <a:xfrm>
            <a:off x="453600" y="2076900"/>
            <a:ext cx="8684400" cy="0"/>
          </a:xfrm>
          <a:prstGeom prst="straightConnector1">
            <a:avLst/>
          </a:prstGeom>
          <a:noFill/>
          <a:ln cap="flat" cmpd="sng" w="19050">
            <a:solidFill>
              <a:srgbClr val="FFC600"/>
            </a:solidFill>
            <a:prstDash val="dot"/>
            <a:round/>
            <a:headEnd len="med" w="med" type="none"/>
            <a:tailEnd len="med" w="med" type="none"/>
          </a:ln>
        </p:spPr>
      </p:cxnSp>
      <p:cxnSp>
        <p:nvCxnSpPr>
          <p:cNvPr id="580" name="Google Shape;580;p72"/>
          <p:cNvCxnSpPr/>
          <p:nvPr/>
        </p:nvCxnSpPr>
        <p:spPr>
          <a:xfrm rot="10800000">
            <a:off x="453600" y="2047800"/>
            <a:ext cx="0" cy="896100"/>
          </a:xfrm>
          <a:prstGeom prst="straightConnector1">
            <a:avLst/>
          </a:prstGeom>
          <a:noFill/>
          <a:ln cap="flat" cmpd="sng" w="9525">
            <a:solidFill>
              <a:srgbClr val="4180FF"/>
            </a:solidFill>
            <a:prstDash val="solid"/>
            <a:round/>
            <a:headEnd len="med" w="med" type="none"/>
            <a:tailEnd len="med" w="med" type="oval"/>
          </a:ln>
        </p:spPr>
      </p:cxnSp>
      <p:cxnSp>
        <p:nvCxnSpPr>
          <p:cNvPr id="581" name="Google Shape;581;p72"/>
          <p:cNvCxnSpPr/>
          <p:nvPr/>
        </p:nvCxnSpPr>
        <p:spPr>
          <a:xfrm rot="10800000">
            <a:off x="2638000" y="2047800"/>
            <a:ext cx="0" cy="896100"/>
          </a:xfrm>
          <a:prstGeom prst="straightConnector1">
            <a:avLst/>
          </a:prstGeom>
          <a:noFill/>
          <a:ln cap="flat" cmpd="sng" w="9525">
            <a:solidFill>
              <a:srgbClr val="4180FF"/>
            </a:solidFill>
            <a:prstDash val="solid"/>
            <a:round/>
            <a:headEnd len="med" w="med" type="none"/>
            <a:tailEnd len="med" w="med" type="oval"/>
          </a:ln>
        </p:spPr>
      </p:cxnSp>
      <p:cxnSp>
        <p:nvCxnSpPr>
          <p:cNvPr id="582" name="Google Shape;582;p72"/>
          <p:cNvCxnSpPr/>
          <p:nvPr/>
        </p:nvCxnSpPr>
        <p:spPr>
          <a:xfrm rot="10800000">
            <a:off x="4844300" y="2047800"/>
            <a:ext cx="0" cy="896100"/>
          </a:xfrm>
          <a:prstGeom prst="straightConnector1">
            <a:avLst/>
          </a:prstGeom>
          <a:noFill/>
          <a:ln cap="flat" cmpd="sng" w="9525">
            <a:solidFill>
              <a:srgbClr val="4180FF"/>
            </a:solidFill>
            <a:prstDash val="solid"/>
            <a:round/>
            <a:headEnd len="med" w="med" type="none"/>
            <a:tailEnd len="med" w="med" type="oval"/>
          </a:ln>
        </p:spPr>
      </p:cxnSp>
      <p:cxnSp>
        <p:nvCxnSpPr>
          <p:cNvPr id="583" name="Google Shape;583;p72"/>
          <p:cNvCxnSpPr/>
          <p:nvPr/>
        </p:nvCxnSpPr>
        <p:spPr>
          <a:xfrm rot="10800000">
            <a:off x="7050575" y="2047800"/>
            <a:ext cx="0" cy="896100"/>
          </a:xfrm>
          <a:prstGeom prst="straightConnector1">
            <a:avLst/>
          </a:prstGeom>
          <a:noFill/>
          <a:ln cap="flat" cmpd="sng" w="9525">
            <a:solidFill>
              <a:srgbClr val="4180FF"/>
            </a:solidFill>
            <a:prstDash val="solid"/>
            <a:round/>
            <a:headEnd len="med" w="med" type="none"/>
            <a:tailEnd len="med" w="med" type="oval"/>
          </a:ln>
        </p:spPr>
      </p:cxnSp>
      <p:sp>
        <p:nvSpPr>
          <p:cNvPr id="584" name="Google Shape;584;p72"/>
          <p:cNvSpPr txBox="1"/>
          <p:nvPr>
            <p:ph idx="1" type="subTitle"/>
          </p:nvPr>
        </p:nvSpPr>
        <p:spPr>
          <a:xfrm>
            <a:off x="431725" y="3097225"/>
            <a:ext cx="1662000" cy="246900"/>
          </a:xfrm>
          <a:prstGeom prst="rect">
            <a:avLst/>
          </a:prstGeom>
        </p:spPr>
        <p:txBody>
          <a:bodyPr anchorCtr="0" anchor="t" bIns="0" lIns="0" spcFirstLastPara="1" rIns="0" wrap="square" tIns="0">
            <a:noAutofit/>
          </a:bodyPr>
          <a:lstStyle>
            <a:lvl1pPr lvl="0" rtl="0">
              <a:spcBef>
                <a:spcPts val="0"/>
              </a:spcBef>
              <a:spcAft>
                <a:spcPts val="0"/>
              </a:spcAft>
              <a:buSzPts val="1200"/>
              <a:buNone/>
              <a:defRPr b="1" sz="1200">
                <a:solidFill>
                  <a:schemeClr val="accent1"/>
                </a:solidFill>
              </a:defRPr>
            </a:lvl1pPr>
            <a:lvl2pPr lvl="1" rtl="0">
              <a:spcBef>
                <a:spcPts val="1000"/>
              </a:spcBef>
              <a:spcAft>
                <a:spcPts val="0"/>
              </a:spcAft>
              <a:buSzPts val="1600"/>
              <a:buNone/>
              <a:defRPr b="1">
                <a:solidFill>
                  <a:schemeClr val="accent1"/>
                </a:solidFill>
              </a:defRPr>
            </a:lvl2pPr>
            <a:lvl3pPr lvl="2" rtl="0">
              <a:spcBef>
                <a:spcPts val="1000"/>
              </a:spcBef>
              <a:spcAft>
                <a:spcPts val="0"/>
              </a:spcAft>
              <a:buSzPts val="1600"/>
              <a:buNone/>
              <a:defRPr b="1">
                <a:solidFill>
                  <a:schemeClr val="accent1"/>
                </a:solidFill>
              </a:defRPr>
            </a:lvl3pPr>
            <a:lvl4pPr lvl="3" rtl="0">
              <a:spcBef>
                <a:spcPts val="1000"/>
              </a:spcBef>
              <a:spcAft>
                <a:spcPts val="0"/>
              </a:spcAft>
              <a:buSzPts val="1600"/>
              <a:buNone/>
              <a:defRPr b="1">
                <a:solidFill>
                  <a:schemeClr val="accent1"/>
                </a:solidFill>
              </a:defRPr>
            </a:lvl4pPr>
            <a:lvl5pPr lvl="4" rtl="0">
              <a:spcBef>
                <a:spcPts val="1000"/>
              </a:spcBef>
              <a:spcAft>
                <a:spcPts val="0"/>
              </a:spcAft>
              <a:buSzPts val="1600"/>
              <a:buNone/>
              <a:defRPr b="1">
                <a:solidFill>
                  <a:schemeClr val="accent1"/>
                </a:solidFill>
              </a:defRPr>
            </a:lvl5pPr>
            <a:lvl6pPr lvl="5" rtl="0">
              <a:spcBef>
                <a:spcPts val="1000"/>
              </a:spcBef>
              <a:spcAft>
                <a:spcPts val="0"/>
              </a:spcAft>
              <a:buSzPts val="1600"/>
              <a:buNone/>
              <a:defRPr b="1">
                <a:solidFill>
                  <a:schemeClr val="accent1"/>
                </a:solidFill>
              </a:defRPr>
            </a:lvl6pPr>
            <a:lvl7pPr lvl="6" rtl="0">
              <a:spcBef>
                <a:spcPts val="1000"/>
              </a:spcBef>
              <a:spcAft>
                <a:spcPts val="0"/>
              </a:spcAft>
              <a:buSzPts val="1600"/>
              <a:buNone/>
              <a:defRPr b="1">
                <a:solidFill>
                  <a:schemeClr val="accent1"/>
                </a:solidFill>
              </a:defRPr>
            </a:lvl7pPr>
            <a:lvl8pPr lvl="7" rtl="0">
              <a:spcBef>
                <a:spcPts val="1000"/>
              </a:spcBef>
              <a:spcAft>
                <a:spcPts val="0"/>
              </a:spcAft>
              <a:buSzPts val="1600"/>
              <a:buNone/>
              <a:defRPr b="1">
                <a:solidFill>
                  <a:schemeClr val="accent1"/>
                </a:solidFill>
              </a:defRPr>
            </a:lvl8pPr>
            <a:lvl9pPr lvl="8" rtl="0">
              <a:spcBef>
                <a:spcPts val="1000"/>
              </a:spcBef>
              <a:spcAft>
                <a:spcPts val="1000"/>
              </a:spcAft>
              <a:buSzPts val="1600"/>
              <a:buNone/>
              <a:defRPr b="1">
                <a:solidFill>
                  <a:schemeClr val="accent1"/>
                </a:solidFill>
              </a:defRPr>
            </a:lvl9pPr>
          </a:lstStyle>
          <a:p/>
        </p:txBody>
      </p:sp>
      <p:sp>
        <p:nvSpPr>
          <p:cNvPr id="585" name="Google Shape;585;p72"/>
          <p:cNvSpPr txBox="1"/>
          <p:nvPr>
            <p:ph idx="2" type="subTitle"/>
          </p:nvPr>
        </p:nvSpPr>
        <p:spPr>
          <a:xfrm>
            <a:off x="2638000" y="3097225"/>
            <a:ext cx="1662000" cy="246900"/>
          </a:xfrm>
          <a:prstGeom prst="rect">
            <a:avLst/>
          </a:prstGeom>
        </p:spPr>
        <p:txBody>
          <a:bodyPr anchorCtr="0" anchor="t" bIns="0" lIns="0" spcFirstLastPara="1" rIns="0" wrap="square" tIns="0">
            <a:noAutofit/>
          </a:bodyPr>
          <a:lstStyle>
            <a:lvl1pPr lvl="0" rtl="0">
              <a:spcBef>
                <a:spcPts val="0"/>
              </a:spcBef>
              <a:spcAft>
                <a:spcPts val="0"/>
              </a:spcAft>
              <a:buSzPts val="1200"/>
              <a:buNone/>
              <a:defRPr b="1" sz="1200">
                <a:solidFill>
                  <a:schemeClr val="accent1"/>
                </a:solidFill>
              </a:defRPr>
            </a:lvl1pPr>
            <a:lvl2pPr lvl="1" rtl="0">
              <a:spcBef>
                <a:spcPts val="1000"/>
              </a:spcBef>
              <a:spcAft>
                <a:spcPts val="0"/>
              </a:spcAft>
              <a:buSzPts val="1600"/>
              <a:buNone/>
              <a:defRPr b="1">
                <a:solidFill>
                  <a:schemeClr val="accent1"/>
                </a:solidFill>
              </a:defRPr>
            </a:lvl2pPr>
            <a:lvl3pPr lvl="2" rtl="0">
              <a:spcBef>
                <a:spcPts val="1000"/>
              </a:spcBef>
              <a:spcAft>
                <a:spcPts val="0"/>
              </a:spcAft>
              <a:buSzPts val="1600"/>
              <a:buNone/>
              <a:defRPr b="1">
                <a:solidFill>
                  <a:schemeClr val="accent1"/>
                </a:solidFill>
              </a:defRPr>
            </a:lvl3pPr>
            <a:lvl4pPr lvl="3" rtl="0">
              <a:spcBef>
                <a:spcPts val="1000"/>
              </a:spcBef>
              <a:spcAft>
                <a:spcPts val="0"/>
              </a:spcAft>
              <a:buSzPts val="1600"/>
              <a:buNone/>
              <a:defRPr b="1">
                <a:solidFill>
                  <a:schemeClr val="accent1"/>
                </a:solidFill>
              </a:defRPr>
            </a:lvl4pPr>
            <a:lvl5pPr lvl="4" rtl="0">
              <a:spcBef>
                <a:spcPts val="1000"/>
              </a:spcBef>
              <a:spcAft>
                <a:spcPts val="0"/>
              </a:spcAft>
              <a:buSzPts val="1600"/>
              <a:buNone/>
              <a:defRPr b="1">
                <a:solidFill>
                  <a:schemeClr val="accent1"/>
                </a:solidFill>
              </a:defRPr>
            </a:lvl5pPr>
            <a:lvl6pPr lvl="5" rtl="0">
              <a:spcBef>
                <a:spcPts val="1000"/>
              </a:spcBef>
              <a:spcAft>
                <a:spcPts val="0"/>
              </a:spcAft>
              <a:buSzPts val="1600"/>
              <a:buNone/>
              <a:defRPr b="1">
                <a:solidFill>
                  <a:schemeClr val="accent1"/>
                </a:solidFill>
              </a:defRPr>
            </a:lvl6pPr>
            <a:lvl7pPr lvl="6" rtl="0">
              <a:spcBef>
                <a:spcPts val="1000"/>
              </a:spcBef>
              <a:spcAft>
                <a:spcPts val="0"/>
              </a:spcAft>
              <a:buSzPts val="1600"/>
              <a:buNone/>
              <a:defRPr b="1">
                <a:solidFill>
                  <a:schemeClr val="accent1"/>
                </a:solidFill>
              </a:defRPr>
            </a:lvl7pPr>
            <a:lvl8pPr lvl="7" rtl="0">
              <a:spcBef>
                <a:spcPts val="1000"/>
              </a:spcBef>
              <a:spcAft>
                <a:spcPts val="0"/>
              </a:spcAft>
              <a:buSzPts val="1600"/>
              <a:buNone/>
              <a:defRPr b="1">
                <a:solidFill>
                  <a:schemeClr val="accent1"/>
                </a:solidFill>
              </a:defRPr>
            </a:lvl8pPr>
            <a:lvl9pPr lvl="8" rtl="0">
              <a:spcBef>
                <a:spcPts val="1000"/>
              </a:spcBef>
              <a:spcAft>
                <a:spcPts val="1000"/>
              </a:spcAft>
              <a:buSzPts val="1600"/>
              <a:buNone/>
              <a:defRPr b="1">
                <a:solidFill>
                  <a:schemeClr val="accent1"/>
                </a:solidFill>
              </a:defRPr>
            </a:lvl9pPr>
          </a:lstStyle>
          <a:p/>
        </p:txBody>
      </p:sp>
      <p:sp>
        <p:nvSpPr>
          <p:cNvPr id="586" name="Google Shape;586;p72"/>
          <p:cNvSpPr txBox="1"/>
          <p:nvPr>
            <p:ph idx="3" type="subTitle"/>
          </p:nvPr>
        </p:nvSpPr>
        <p:spPr>
          <a:xfrm>
            <a:off x="7050575" y="3097225"/>
            <a:ext cx="1662000" cy="246900"/>
          </a:xfrm>
          <a:prstGeom prst="rect">
            <a:avLst/>
          </a:prstGeom>
        </p:spPr>
        <p:txBody>
          <a:bodyPr anchorCtr="0" anchor="t" bIns="0" lIns="0" spcFirstLastPara="1" rIns="0" wrap="square" tIns="0">
            <a:noAutofit/>
          </a:bodyPr>
          <a:lstStyle>
            <a:lvl1pPr lvl="0" rtl="0">
              <a:spcBef>
                <a:spcPts val="0"/>
              </a:spcBef>
              <a:spcAft>
                <a:spcPts val="0"/>
              </a:spcAft>
              <a:buSzPts val="1200"/>
              <a:buNone/>
              <a:defRPr b="1" sz="1200">
                <a:solidFill>
                  <a:schemeClr val="accent1"/>
                </a:solidFill>
              </a:defRPr>
            </a:lvl1pPr>
            <a:lvl2pPr lvl="1" rtl="0">
              <a:spcBef>
                <a:spcPts val="1000"/>
              </a:spcBef>
              <a:spcAft>
                <a:spcPts val="0"/>
              </a:spcAft>
              <a:buSzPts val="1600"/>
              <a:buNone/>
              <a:defRPr b="1">
                <a:solidFill>
                  <a:schemeClr val="accent1"/>
                </a:solidFill>
              </a:defRPr>
            </a:lvl2pPr>
            <a:lvl3pPr lvl="2" rtl="0">
              <a:spcBef>
                <a:spcPts val="1000"/>
              </a:spcBef>
              <a:spcAft>
                <a:spcPts val="0"/>
              </a:spcAft>
              <a:buSzPts val="1600"/>
              <a:buNone/>
              <a:defRPr b="1">
                <a:solidFill>
                  <a:schemeClr val="accent1"/>
                </a:solidFill>
              </a:defRPr>
            </a:lvl3pPr>
            <a:lvl4pPr lvl="3" rtl="0">
              <a:spcBef>
                <a:spcPts val="1000"/>
              </a:spcBef>
              <a:spcAft>
                <a:spcPts val="0"/>
              </a:spcAft>
              <a:buSzPts val="1600"/>
              <a:buNone/>
              <a:defRPr b="1">
                <a:solidFill>
                  <a:schemeClr val="accent1"/>
                </a:solidFill>
              </a:defRPr>
            </a:lvl4pPr>
            <a:lvl5pPr lvl="4" rtl="0">
              <a:spcBef>
                <a:spcPts val="1000"/>
              </a:spcBef>
              <a:spcAft>
                <a:spcPts val="0"/>
              </a:spcAft>
              <a:buSzPts val="1600"/>
              <a:buNone/>
              <a:defRPr b="1">
                <a:solidFill>
                  <a:schemeClr val="accent1"/>
                </a:solidFill>
              </a:defRPr>
            </a:lvl5pPr>
            <a:lvl6pPr lvl="5" rtl="0">
              <a:spcBef>
                <a:spcPts val="1000"/>
              </a:spcBef>
              <a:spcAft>
                <a:spcPts val="0"/>
              </a:spcAft>
              <a:buSzPts val="1600"/>
              <a:buNone/>
              <a:defRPr b="1">
                <a:solidFill>
                  <a:schemeClr val="accent1"/>
                </a:solidFill>
              </a:defRPr>
            </a:lvl6pPr>
            <a:lvl7pPr lvl="6" rtl="0">
              <a:spcBef>
                <a:spcPts val="1000"/>
              </a:spcBef>
              <a:spcAft>
                <a:spcPts val="0"/>
              </a:spcAft>
              <a:buSzPts val="1600"/>
              <a:buNone/>
              <a:defRPr b="1">
                <a:solidFill>
                  <a:schemeClr val="accent1"/>
                </a:solidFill>
              </a:defRPr>
            </a:lvl7pPr>
            <a:lvl8pPr lvl="7" rtl="0">
              <a:spcBef>
                <a:spcPts val="1000"/>
              </a:spcBef>
              <a:spcAft>
                <a:spcPts val="0"/>
              </a:spcAft>
              <a:buSzPts val="1600"/>
              <a:buNone/>
              <a:defRPr b="1">
                <a:solidFill>
                  <a:schemeClr val="accent1"/>
                </a:solidFill>
              </a:defRPr>
            </a:lvl8pPr>
            <a:lvl9pPr lvl="8" rtl="0">
              <a:spcBef>
                <a:spcPts val="1000"/>
              </a:spcBef>
              <a:spcAft>
                <a:spcPts val="1000"/>
              </a:spcAft>
              <a:buSzPts val="1600"/>
              <a:buNone/>
              <a:defRPr b="1">
                <a:solidFill>
                  <a:schemeClr val="accent1"/>
                </a:solidFill>
              </a:defRPr>
            </a:lvl9pPr>
          </a:lstStyle>
          <a:p/>
        </p:txBody>
      </p:sp>
      <p:sp>
        <p:nvSpPr>
          <p:cNvPr id="587" name="Google Shape;587;p72"/>
          <p:cNvSpPr txBox="1"/>
          <p:nvPr>
            <p:ph idx="4" type="subTitle"/>
          </p:nvPr>
        </p:nvSpPr>
        <p:spPr>
          <a:xfrm>
            <a:off x="4844288" y="3097225"/>
            <a:ext cx="1662000" cy="246900"/>
          </a:xfrm>
          <a:prstGeom prst="rect">
            <a:avLst/>
          </a:prstGeom>
        </p:spPr>
        <p:txBody>
          <a:bodyPr anchorCtr="0" anchor="t" bIns="0" lIns="0" spcFirstLastPara="1" rIns="0" wrap="square" tIns="0">
            <a:noAutofit/>
          </a:bodyPr>
          <a:lstStyle>
            <a:lvl1pPr lvl="0" rtl="0">
              <a:spcBef>
                <a:spcPts val="0"/>
              </a:spcBef>
              <a:spcAft>
                <a:spcPts val="0"/>
              </a:spcAft>
              <a:buSzPts val="1200"/>
              <a:buNone/>
              <a:defRPr b="1" sz="1200">
                <a:solidFill>
                  <a:schemeClr val="accent1"/>
                </a:solidFill>
              </a:defRPr>
            </a:lvl1pPr>
            <a:lvl2pPr lvl="1" rtl="0">
              <a:spcBef>
                <a:spcPts val="1000"/>
              </a:spcBef>
              <a:spcAft>
                <a:spcPts val="0"/>
              </a:spcAft>
              <a:buSzPts val="1600"/>
              <a:buNone/>
              <a:defRPr b="1">
                <a:solidFill>
                  <a:schemeClr val="accent1"/>
                </a:solidFill>
              </a:defRPr>
            </a:lvl2pPr>
            <a:lvl3pPr lvl="2" rtl="0">
              <a:spcBef>
                <a:spcPts val="1000"/>
              </a:spcBef>
              <a:spcAft>
                <a:spcPts val="0"/>
              </a:spcAft>
              <a:buSzPts val="1600"/>
              <a:buNone/>
              <a:defRPr b="1">
                <a:solidFill>
                  <a:schemeClr val="accent1"/>
                </a:solidFill>
              </a:defRPr>
            </a:lvl3pPr>
            <a:lvl4pPr lvl="3" rtl="0">
              <a:spcBef>
                <a:spcPts val="1000"/>
              </a:spcBef>
              <a:spcAft>
                <a:spcPts val="0"/>
              </a:spcAft>
              <a:buSzPts val="1600"/>
              <a:buNone/>
              <a:defRPr b="1">
                <a:solidFill>
                  <a:schemeClr val="accent1"/>
                </a:solidFill>
              </a:defRPr>
            </a:lvl4pPr>
            <a:lvl5pPr lvl="4" rtl="0">
              <a:spcBef>
                <a:spcPts val="1000"/>
              </a:spcBef>
              <a:spcAft>
                <a:spcPts val="0"/>
              </a:spcAft>
              <a:buSzPts val="1600"/>
              <a:buNone/>
              <a:defRPr b="1">
                <a:solidFill>
                  <a:schemeClr val="accent1"/>
                </a:solidFill>
              </a:defRPr>
            </a:lvl5pPr>
            <a:lvl6pPr lvl="5" rtl="0">
              <a:spcBef>
                <a:spcPts val="1000"/>
              </a:spcBef>
              <a:spcAft>
                <a:spcPts val="0"/>
              </a:spcAft>
              <a:buSzPts val="1600"/>
              <a:buNone/>
              <a:defRPr b="1">
                <a:solidFill>
                  <a:schemeClr val="accent1"/>
                </a:solidFill>
              </a:defRPr>
            </a:lvl6pPr>
            <a:lvl7pPr lvl="6" rtl="0">
              <a:spcBef>
                <a:spcPts val="1000"/>
              </a:spcBef>
              <a:spcAft>
                <a:spcPts val="0"/>
              </a:spcAft>
              <a:buSzPts val="1600"/>
              <a:buNone/>
              <a:defRPr b="1">
                <a:solidFill>
                  <a:schemeClr val="accent1"/>
                </a:solidFill>
              </a:defRPr>
            </a:lvl7pPr>
            <a:lvl8pPr lvl="7" rtl="0">
              <a:spcBef>
                <a:spcPts val="1000"/>
              </a:spcBef>
              <a:spcAft>
                <a:spcPts val="0"/>
              </a:spcAft>
              <a:buSzPts val="1600"/>
              <a:buNone/>
              <a:defRPr b="1">
                <a:solidFill>
                  <a:schemeClr val="accent1"/>
                </a:solidFill>
              </a:defRPr>
            </a:lvl8pPr>
            <a:lvl9pPr lvl="8" rtl="0">
              <a:spcBef>
                <a:spcPts val="1000"/>
              </a:spcBef>
              <a:spcAft>
                <a:spcPts val="1000"/>
              </a:spcAft>
              <a:buSzPts val="1600"/>
              <a:buNone/>
              <a:defRPr b="1">
                <a:solidFill>
                  <a:schemeClr val="accent1"/>
                </a:solidFill>
              </a:defRPr>
            </a:lvl9pPr>
          </a:lstStyle>
          <a:p/>
        </p:txBody>
      </p:sp>
      <p:sp>
        <p:nvSpPr>
          <p:cNvPr id="588" name="Google Shape;588;p72"/>
          <p:cNvSpPr txBox="1"/>
          <p:nvPr>
            <p:ph idx="5" type="body"/>
          </p:nvPr>
        </p:nvSpPr>
        <p:spPr>
          <a:xfrm>
            <a:off x="431775" y="3420325"/>
            <a:ext cx="1662000" cy="9510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589" name="Google Shape;589;p72"/>
          <p:cNvSpPr txBox="1"/>
          <p:nvPr>
            <p:ph idx="6" type="body"/>
          </p:nvPr>
        </p:nvSpPr>
        <p:spPr>
          <a:xfrm>
            <a:off x="2638000" y="3420325"/>
            <a:ext cx="1662000" cy="9510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590" name="Google Shape;590;p72"/>
          <p:cNvSpPr txBox="1"/>
          <p:nvPr>
            <p:ph idx="7" type="body"/>
          </p:nvPr>
        </p:nvSpPr>
        <p:spPr>
          <a:xfrm>
            <a:off x="4844225" y="3420325"/>
            <a:ext cx="1662000" cy="9510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591" name="Google Shape;591;p72"/>
          <p:cNvSpPr txBox="1"/>
          <p:nvPr>
            <p:ph idx="8" type="body"/>
          </p:nvPr>
        </p:nvSpPr>
        <p:spPr>
          <a:xfrm>
            <a:off x="7050450" y="3420325"/>
            <a:ext cx="1662000" cy="951000"/>
          </a:xfrm>
          <a:prstGeom prst="rect">
            <a:avLst/>
          </a:prstGeom>
        </p:spPr>
        <p:txBody>
          <a:bodyPr anchorCtr="0" anchor="t" bIns="0" lIns="0" spcFirstLastPara="1" rIns="0" wrap="square" tIns="0">
            <a:noAutofit/>
          </a:bodyPr>
          <a:lstStyle>
            <a:lvl1pPr indent="-292100" lvl="0" marL="457200" rtl="0">
              <a:spcBef>
                <a:spcPts val="0"/>
              </a:spcBef>
              <a:spcAft>
                <a:spcPts val="0"/>
              </a:spcAft>
              <a:buSzPts val="1000"/>
              <a:buChar char="●"/>
              <a:defRPr sz="1000"/>
            </a:lvl1pPr>
            <a:lvl2pPr indent="-292100" lvl="1" marL="914400" rtl="0">
              <a:spcBef>
                <a:spcPts val="1000"/>
              </a:spcBef>
              <a:spcAft>
                <a:spcPts val="0"/>
              </a:spcAft>
              <a:buSzPts val="1000"/>
              <a:buChar char="●"/>
              <a:defRPr sz="1000"/>
            </a:lvl2pPr>
            <a:lvl3pPr indent="-292100" lvl="2" marL="1371600" rtl="0">
              <a:spcBef>
                <a:spcPts val="1000"/>
              </a:spcBef>
              <a:spcAft>
                <a:spcPts val="0"/>
              </a:spcAft>
              <a:buSzPts val="1000"/>
              <a:buChar char="●"/>
              <a:defRPr sz="1000"/>
            </a:lvl3pPr>
            <a:lvl4pPr indent="-292100" lvl="3" marL="1828800" rtl="0">
              <a:spcBef>
                <a:spcPts val="1000"/>
              </a:spcBef>
              <a:spcAft>
                <a:spcPts val="0"/>
              </a:spcAft>
              <a:buSzPts val="1000"/>
              <a:buChar char="●"/>
              <a:defRPr sz="1000"/>
            </a:lvl4pPr>
            <a:lvl5pPr indent="-292100" lvl="4" marL="2286000" rtl="0">
              <a:spcBef>
                <a:spcPts val="1000"/>
              </a:spcBef>
              <a:spcAft>
                <a:spcPts val="0"/>
              </a:spcAft>
              <a:buSzPts val="1000"/>
              <a:buChar char="●"/>
              <a:defRPr sz="1000"/>
            </a:lvl5pPr>
            <a:lvl6pPr indent="-292100" lvl="5" marL="2743200" rtl="0">
              <a:spcBef>
                <a:spcPts val="1000"/>
              </a:spcBef>
              <a:spcAft>
                <a:spcPts val="0"/>
              </a:spcAft>
              <a:buSzPts val="1000"/>
              <a:buChar char="●"/>
              <a:defRPr sz="1000"/>
            </a:lvl6pPr>
            <a:lvl7pPr indent="-292100" lvl="6" marL="3200400" rtl="0">
              <a:spcBef>
                <a:spcPts val="1000"/>
              </a:spcBef>
              <a:spcAft>
                <a:spcPts val="0"/>
              </a:spcAft>
              <a:buSzPts val="1000"/>
              <a:buChar char="●"/>
              <a:defRPr sz="1000"/>
            </a:lvl7pPr>
            <a:lvl8pPr indent="-292100" lvl="7" marL="3657600" rtl="0">
              <a:spcBef>
                <a:spcPts val="1000"/>
              </a:spcBef>
              <a:spcAft>
                <a:spcPts val="0"/>
              </a:spcAft>
              <a:buSzPts val="1000"/>
              <a:buChar char="●"/>
              <a:defRPr sz="1000"/>
            </a:lvl8pPr>
            <a:lvl9pPr indent="-292100" lvl="8" marL="4114800" rtl="0">
              <a:spcBef>
                <a:spcPts val="1000"/>
              </a:spcBef>
              <a:spcAft>
                <a:spcPts val="1000"/>
              </a:spcAft>
              <a:buSzPts val="1000"/>
              <a:buChar char="●"/>
              <a:defRPr sz="1000"/>
            </a:lvl9pPr>
          </a:lstStyle>
          <a:p/>
        </p:txBody>
      </p:sp>
      <p:sp>
        <p:nvSpPr>
          <p:cNvPr id="592" name="Google Shape;592;p72"/>
          <p:cNvSpPr txBox="1"/>
          <p:nvPr>
            <p:ph idx="9" type="subTitle"/>
          </p:nvPr>
        </p:nvSpPr>
        <p:spPr>
          <a:xfrm>
            <a:off x="1996375" y="4870025"/>
            <a:ext cx="6186900" cy="182100"/>
          </a:xfrm>
          <a:prstGeom prst="rect">
            <a:avLst/>
          </a:prstGeom>
        </p:spPr>
        <p:txBody>
          <a:bodyPr anchorCtr="0" anchor="t" bIns="0" lIns="0" spcFirstLastPara="1" rIns="0" wrap="square" tIns="0">
            <a:noAutofit/>
          </a:bodyPr>
          <a:lstStyle>
            <a:lvl1pPr lvl="0" rtl="0">
              <a:spcBef>
                <a:spcPts val="0"/>
              </a:spcBef>
              <a:spcAft>
                <a:spcPts val="0"/>
              </a:spcAft>
              <a:buClr>
                <a:srgbClr val="9E9E9E"/>
              </a:buClr>
              <a:buSzPts val="1000"/>
              <a:buNone/>
              <a:defRPr sz="1000">
                <a:solidFill>
                  <a:srgbClr val="9E9E9E"/>
                </a:solidFill>
              </a:defRPr>
            </a:lvl1pPr>
            <a:lvl2pPr lvl="1" rtl="0">
              <a:spcBef>
                <a:spcPts val="1000"/>
              </a:spcBef>
              <a:spcAft>
                <a:spcPts val="0"/>
              </a:spcAft>
              <a:buSzPts val="1600"/>
              <a:buNone/>
              <a:defRPr/>
            </a:lvl2pPr>
            <a:lvl3pPr lvl="2" rtl="0">
              <a:spcBef>
                <a:spcPts val="1000"/>
              </a:spcBef>
              <a:spcAft>
                <a:spcPts val="0"/>
              </a:spcAft>
              <a:buSzPts val="1600"/>
              <a:buNone/>
              <a:defRPr/>
            </a:lvl3pPr>
            <a:lvl4pPr lvl="3" rtl="0">
              <a:spcBef>
                <a:spcPts val="1000"/>
              </a:spcBef>
              <a:spcAft>
                <a:spcPts val="0"/>
              </a:spcAft>
              <a:buSzPts val="1600"/>
              <a:buNone/>
              <a:defRPr/>
            </a:lvl4pPr>
            <a:lvl5pPr lvl="4" rtl="0">
              <a:spcBef>
                <a:spcPts val="1000"/>
              </a:spcBef>
              <a:spcAft>
                <a:spcPts val="0"/>
              </a:spcAft>
              <a:buSzPts val="1600"/>
              <a:buNone/>
              <a:defRPr/>
            </a:lvl5pPr>
            <a:lvl6pPr lvl="5" rtl="0">
              <a:spcBef>
                <a:spcPts val="1000"/>
              </a:spcBef>
              <a:spcAft>
                <a:spcPts val="0"/>
              </a:spcAft>
              <a:buSzPts val="1600"/>
              <a:buNone/>
              <a:defRPr/>
            </a:lvl6pPr>
            <a:lvl7pPr lvl="6" rtl="0">
              <a:spcBef>
                <a:spcPts val="1000"/>
              </a:spcBef>
              <a:spcAft>
                <a:spcPts val="0"/>
              </a:spcAft>
              <a:buSzPts val="1600"/>
              <a:buNone/>
              <a:defRPr/>
            </a:lvl7pPr>
            <a:lvl8pPr lvl="7" rtl="0">
              <a:spcBef>
                <a:spcPts val="1000"/>
              </a:spcBef>
              <a:spcAft>
                <a:spcPts val="0"/>
              </a:spcAft>
              <a:buSzPts val="1600"/>
              <a:buNone/>
              <a:defRPr/>
            </a:lvl8pPr>
            <a:lvl9pPr lvl="8" rtl="0">
              <a:spcBef>
                <a:spcPts val="1000"/>
              </a:spcBef>
              <a:spcAft>
                <a:spcPts val="1000"/>
              </a:spcAft>
              <a:buSzPts val="1600"/>
              <a:buNone/>
              <a:defRPr/>
            </a:lvl9pPr>
          </a:lstStyle>
          <a:p/>
        </p:txBody>
      </p:sp>
      <p:sp>
        <p:nvSpPr>
          <p:cNvPr id="593" name="Google Shape;593;p72"/>
          <p:cNvSpPr txBox="1"/>
          <p:nvPr>
            <p:ph type="title"/>
          </p:nvPr>
        </p:nvSpPr>
        <p:spPr>
          <a:xfrm>
            <a:off x="431725" y="368825"/>
            <a:ext cx="8280600" cy="572700"/>
          </a:xfrm>
          <a:prstGeom prst="rect">
            <a:avLst/>
          </a:prstGeom>
        </p:spPr>
        <p:txBody>
          <a:bodyPr anchorCtr="0" anchor="t"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_closing slide - blue 1">
  <p:cSld name="CUSTOM_1">
    <p:bg>
      <p:bgPr>
        <a:solidFill>
          <a:schemeClr val="accent1"/>
        </a:solidFill>
      </p:bgPr>
    </p:bg>
    <p:spTree>
      <p:nvGrpSpPr>
        <p:cNvPr id="594" name="Shape 594"/>
        <p:cNvGrpSpPr/>
        <p:nvPr/>
      </p:nvGrpSpPr>
      <p:grpSpPr>
        <a:xfrm>
          <a:off x="0" y="0"/>
          <a:ext cx="0" cy="0"/>
          <a:chOff x="0" y="0"/>
          <a:chExt cx="0" cy="0"/>
        </a:xfrm>
      </p:grpSpPr>
      <p:sp>
        <p:nvSpPr>
          <p:cNvPr id="595" name="Google Shape;595;p73"/>
          <p:cNvSpPr/>
          <p:nvPr/>
        </p:nvSpPr>
        <p:spPr>
          <a:xfrm>
            <a:off x="0" y="4688575"/>
            <a:ext cx="2037900" cy="454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73"/>
          <p:cNvSpPr txBox="1"/>
          <p:nvPr/>
        </p:nvSpPr>
        <p:spPr>
          <a:xfrm>
            <a:off x="440000" y="3890875"/>
            <a:ext cx="3445200" cy="95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rgbClr val="FFFFFF"/>
                </a:solidFill>
                <a:latin typeface="Inter SemiBold"/>
                <a:ea typeface="Inter SemiBold"/>
                <a:cs typeface="Inter SemiBold"/>
                <a:sym typeface="Inter SemiBold"/>
              </a:rPr>
              <a:t>COOP CAREERS INC.</a:t>
            </a:r>
            <a:endParaRPr sz="800">
              <a:solidFill>
                <a:srgbClr val="FFFFFF"/>
              </a:solidFill>
              <a:latin typeface="Inter SemiBold"/>
              <a:ea typeface="Inter SemiBold"/>
              <a:cs typeface="Inter SemiBold"/>
              <a:sym typeface="Inter SemiBold"/>
            </a:endParaRPr>
          </a:p>
          <a:p>
            <a:pPr indent="0" lvl="0" marL="0" rtl="0" algn="l">
              <a:spcBef>
                <a:spcPts val="0"/>
              </a:spcBef>
              <a:spcAft>
                <a:spcPts val="0"/>
              </a:spcAft>
              <a:buNone/>
            </a:pPr>
            <a:r>
              <a:rPr lang="en" sz="800">
                <a:solidFill>
                  <a:srgbClr val="FFFFFF"/>
                </a:solidFill>
                <a:latin typeface="Inter"/>
                <a:ea typeface="Inter"/>
                <a:cs typeface="Inter"/>
                <a:sym typeface="Inter"/>
              </a:rPr>
              <a:t>coopcareers.org</a:t>
            </a:r>
            <a:endParaRPr sz="800">
              <a:solidFill>
                <a:srgbClr val="FFFFFF"/>
              </a:solidFill>
              <a:latin typeface="Inter"/>
              <a:ea typeface="Inter"/>
              <a:cs typeface="Inter"/>
              <a:sym typeface="Inter"/>
            </a:endParaRPr>
          </a:p>
          <a:p>
            <a:pPr indent="0" lvl="0" marL="0" rtl="0" algn="l">
              <a:spcBef>
                <a:spcPts val="0"/>
              </a:spcBef>
              <a:spcAft>
                <a:spcPts val="0"/>
              </a:spcAft>
              <a:buNone/>
            </a:pPr>
            <a:r>
              <a:t/>
            </a:r>
            <a:endParaRPr sz="800">
              <a:latin typeface="Inter"/>
              <a:ea typeface="Inter"/>
              <a:cs typeface="Inter"/>
              <a:sym typeface="Inter"/>
            </a:endParaRPr>
          </a:p>
          <a:p>
            <a:pPr indent="0" lvl="0" marL="0" rtl="0" algn="l">
              <a:spcBef>
                <a:spcPts val="0"/>
              </a:spcBef>
              <a:spcAft>
                <a:spcPts val="0"/>
              </a:spcAft>
              <a:buNone/>
            </a:pPr>
            <a:r>
              <a:rPr lang="en" sz="800">
                <a:latin typeface="Inter"/>
                <a:ea typeface="Inter"/>
                <a:cs typeface="Inter"/>
                <a:sym typeface="Inter"/>
              </a:rPr>
              <a:t>1177 Avenue of the Americas, 5th Floor  </a:t>
            </a:r>
            <a:r>
              <a:rPr lang="en" sz="800">
                <a:solidFill>
                  <a:srgbClr val="FFFFFF"/>
                </a:solidFill>
                <a:latin typeface="Inter"/>
                <a:ea typeface="Inter"/>
                <a:cs typeface="Inter"/>
                <a:sym typeface="Inter"/>
              </a:rPr>
              <a:t>• </a:t>
            </a:r>
            <a:r>
              <a:rPr lang="en" sz="800">
                <a:latin typeface="Inter"/>
                <a:ea typeface="Inter"/>
                <a:cs typeface="Inter"/>
                <a:sym typeface="Inter"/>
              </a:rPr>
              <a:t> New York, NY 10036</a:t>
            </a:r>
            <a:endParaRPr sz="800">
              <a:latin typeface="Inter"/>
              <a:ea typeface="Inter"/>
              <a:cs typeface="Inter"/>
              <a:sym typeface="Inter"/>
            </a:endParaRPr>
          </a:p>
          <a:p>
            <a:pPr indent="0" lvl="0" marL="0" rtl="0" algn="l">
              <a:spcBef>
                <a:spcPts val="0"/>
              </a:spcBef>
              <a:spcAft>
                <a:spcPts val="0"/>
              </a:spcAft>
              <a:buNone/>
            </a:pPr>
            <a:r>
              <a:rPr lang="en" sz="800">
                <a:latin typeface="Inter"/>
                <a:ea typeface="Inter"/>
                <a:cs typeface="Inter"/>
                <a:sym typeface="Inter"/>
              </a:rPr>
              <a:t>10036 1390 Market Street, Suite 200  </a:t>
            </a:r>
            <a:r>
              <a:rPr lang="en" sz="800">
                <a:solidFill>
                  <a:srgbClr val="FFFFFF"/>
                </a:solidFill>
                <a:latin typeface="Inter"/>
                <a:ea typeface="Inter"/>
                <a:cs typeface="Inter"/>
                <a:sym typeface="Inter"/>
              </a:rPr>
              <a:t>•</a:t>
            </a:r>
            <a:r>
              <a:rPr lang="en" sz="800">
                <a:latin typeface="Inter"/>
                <a:ea typeface="Inter"/>
                <a:cs typeface="Inter"/>
                <a:sym typeface="Inter"/>
              </a:rPr>
              <a:t>  San Francisco, CA 94102</a:t>
            </a:r>
            <a:endParaRPr sz="800">
              <a:latin typeface="Inter"/>
              <a:ea typeface="Inter"/>
              <a:cs typeface="Inter"/>
              <a:sym typeface="Inter"/>
            </a:endParaRPr>
          </a:p>
          <a:p>
            <a:pPr indent="0" lvl="0" marL="0" rtl="0" algn="l">
              <a:spcBef>
                <a:spcPts val="0"/>
              </a:spcBef>
              <a:spcAft>
                <a:spcPts val="0"/>
              </a:spcAft>
              <a:buNone/>
            </a:pPr>
            <a:r>
              <a:rPr lang="en" sz="800">
                <a:latin typeface="Inter"/>
                <a:ea typeface="Inter"/>
                <a:cs typeface="Inter"/>
                <a:sym typeface="Inter"/>
              </a:rPr>
              <a:t>North Michigan Avenue, Suite 1400  </a:t>
            </a:r>
            <a:r>
              <a:rPr lang="en" sz="800">
                <a:solidFill>
                  <a:srgbClr val="FFFFFF"/>
                </a:solidFill>
                <a:latin typeface="Inter"/>
                <a:ea typeface="Inter"/>
                <a:cs typeface="Inter"/>
                <a:sym typeface="Inter"/>
              </a:rPr>
              <a:t>•</a:t>
            </a:r>
            <a:r>
              <a:rPr lang="en" sz="800">
                <a:latin typeface="Inter"/>
                <a:ea typeface="Inter"/>
                <a:cs typeface="Inter"/>
                <a:sym typeface="Inter"/>
              </a:rPr>
              <a:t>  Chicago, IL 60611</a:t>
            </a:r>
            <a:endParaRPr sz="800">
              <a:latin typeface="Inter"/>
              <a:ea typeface="Inter"/>
              <a:cs typeface="Inter"/>
              <a:sym typeface="Inter"/>
            </a:endParaRPr>
          </a:p>
          <a:p>
            <a:pPr indent="0" lvl="0" marL="0" rtl="0" algn="l">
              <a:spcBef>
                <a:spcPts val="0"/>
              </a:spcBef>
              <a:spcAft>
                <a:spcPts val="0"/>
              </a:spcAft>
              <a:buNone/>
            </a:pPr>
            <a:r>
              <a:rPr lang="en" sz="800">
                <a:latin typeface="Inter"/>
                <a:ea typeface="Inter"/>
                <a:cs typeface="Inter"/>
                <a:sym typeface="Inter"/>
              </a:rPr>
              <a:t>601 Brickell Key Drive, Suite 700  </a:t>
            </a:r>
            <a:r>
              <a:rPr lang="en" sz="800">
                <a:solidFill>
                  <a:srgbClr val="FFFFFF"/>
                </a:solidFill>
                <a:latin typeface="Inter"/>
                <a:ea typeface="Inter"/>
                <a:cs typeface="Inter"/>
                <a:sym typeface="Inter"/>
              </a:rPr>
              <a:t>•</a:t>
            </a:r>
            <a:r>
              <a:rPr lang="en" sz="800">
                <a:latin typeface="Inter"/>
                <a:ea typeface="Inter"/>
                <a:cs typeface="Inter"/>
                <a:sym typeface="Inter"/>
              </a:rPr>
              <a:t>  Miami, FL 33131</a:t>
            </a:r>
            <a:endParaRPr sz="550">
              <a:solidFill>
                <a:srgbClr val="FFFFFF"/>
              </a:solidFill>
              <a:latin typeface="Lora"/>
              <a:ea typeface="Lora"/>
              <a:cs typeface="Lora"/>
              <a:sym typeface="Lora"/>
            </a:endParaRPr>
          </a:p>
          <a:p>
            <a:pPr indent="0" lvl="0" marL="0" rtl="0" algn="l">
              <a:spcBef>
                <a:spcPts val="0"/>
              </a:spcBef>
              <a:spcAft>
                <a:spcPts val="0"/>
              </a:spcAft>
              <a:buNone/>
            </a:pPr>
            <a:r>
              <a:t/>
            </a:r>
            <a:endParaRPr sz="800">
              <a:latin typeface="Inter"/>
              <a:ea typeface="Inter"/>
              <a:cs typeface="Inter"/>
              <a:sym typeface="Inter"/>
            </a:endParaRPr>
          </a:p>
        </p:txBody>
      </p:sp>
      <p:pic>
        <p:nvPicPr>
          <p:cNvPr id="597" name="Google Shape;597;p73"/>
          <p:cNvPicPr preferRelativeResize="0"/>
          <p:nvPr/>
        </p:nvPicPr>
        <p:blipFill rotWithShape="1">
          <a:blip r:embed="rId2">
            <a:alphaModFix/>
          </a:blip>
          <a:srcRect b="2144" l="0" r="0" t="2135"/>
          <a:stretch/>
        </p:blipFill>
        <p:spPr>
          <a:xfrm>
            <a:off x="199450" y="3306721"/>
            <a:ext cx="1602324" cy="584150"/>
          </a:xfrm>
          <a:prstGeom prst="rect">
            <a:avLst/>
          </a:prstGeom>
          <a:noFill/>
          <a:ln>
            <a:noFill/>
          </a:ln>
        </p:spPr>
      </p:pic>
      <p:sp>
        <p:nvSpPr>
          <p:cNvPr id="598" name="Google Shape;598;p7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
        <p:nvSpPr>
          <p:cNvPr id="599" name="Google Shape;599;p73"/>
          <p:cNvSpPr txBox="1"/>
          <p:nvPr>
            <p:ph type="title"/>
          </p:nvPr>
        </p:nvSpPr>
        <p:spPr>
          <a:xfrm>
            <a:off x="440000" y="1118500"/>
            <a:ext cx="7743600" cy="2007300"/>
          </a:xfrm>
          <a:prstGeom prst="rect">
            <a:avLst/>
          </a:prstGeom>
        </p:spPr>
        <p:txBody>
          <a:bodyPr anchorCtr="0" anchor="t" bIns="0" lIns="0" spcFirstLastPara="1" rIns="0" wrap="square" tIns="0">
            <a:noAutofit/>
          </a:bodyPr>
          <a:lstStyle>
            <a:lvl1pPr lvl="0" rtl="0">
              <a:spcBef>
                <a:spcPts val="0"/>
              </a:spcBef>
              <a:spcAft>
                <a:spcPts val="0"/>
              </a:spcAft>
              <a:buSzPts val="6600"/>
              <a:buNone/>
              <a:defRPr sz="6600"/>
            </a:lvl1pPr>
            <a:lvl2pPr lvl="1" rtl="0">
              <a:spcBef>
                <a:spcPts val="0"/>
              </a:spcBef>
              <a:spcAft>
                <a:spcPts val="0"/>
              </a:spcAft>
              <a:buSzPts val="6600"/>
              <a:buNone/>
              <a:defRPr sz="6600"/>
            </a:lvl2pPr>
            <a:lvl3pPr lvl="2" rtl="0">
              <a:spcBef>
                <a:spcPts val="0"/>
              </a:spcBef>
              <a:spcAft>
                <a:spcPts val="0"/>
              </a:spcAft>
              <a:buSzPts val="6600"/>
              <a:buNone/>
              <a:defRPr sz="6600"/>
            </a:lvl3pPr>
            <a:lvl4pPr lvl="3" rtl="0">
              <a:spcBef>
                <a:spcPts val="0"/>
              </a:spcBef>
              <a:spcAft>
                <a:spcPts val="0"/>
              </a:spcAft>
              <a:buSzPts val="6600"/>
              <a:buNone/>
              <a:defRPr sz="6600"/>
            </a:lvl4pPr>
            <a:lvl5pPr lvl="4" rtl="0">
              <a:spcBef>
                <a:spcPts val="0"/>
              </a:spcBef>
              <a:spcAft>
                <a:spcPts val="0"/>
              </a:spcAft>
              <a:buSzPts val="6600"/>
              <a:buNone/>
              <a:defRPr sz="6600"/>
            </a:lvl5pPr>
            <a:lvl6pPr lvl="5" rtl="0">
              <a:spcBef>
                <a:spcPts val="0"/>
              </a:spcBef>
              <a:spcAft>
                <a:spcPts val="0"/>
              </a:spcAft>
              <a:buSzPts val="6600"/>
              <a:buNone/>
              <a:defRPr sz="6600"/>
            </a:lvl6pPr>
            <a:lvl7pPr lvl="6" rtl="0">
              <a:spcBef>
                <a:spcPts val="0"/>
              </a:spcBef>
              <a:spcAft>
                <a:spcPts val="0"/>
              </a:spcAft>
              <a:buSzPts val="6600"/>
              <a:buNone/>
              <a:defRPr sz="6600"/>
            </a:lvl7pPr>
            <a:lvl8pPr lvl="7" rtl="0">
              <a:spcBef>
                <a:spcPts val="0"/>
              </a:spcBef>
              <a:spcAft>
                <a:spcPts val="0"/>
              </a:spcAft>
              <a:buSzPts val="6600"/>
              <a:buNone/>
              <a:defRPr sz="6600"/>
            </a:lvl8pPr>
            <a:lvl9pPr lvl="8" rtl="0">
              <a:spcBef>
                <a:spcPts val="0"/>
              </a:spcBef>
              <a:spcAft>
                <a:spcPts val="0"/>
              </a:spcAft>
              <a:buSzPts val="6600"/>
              <a:buNone/>
              <a:defRPr sz="66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_closing slide - dark teal 2">
  <p:cSld name="CUSTOM_1_1_1">
    <p:bg>
      <p:bgPr>
        <a:solidFill>
          <a:schemeClr val="accent2"/>
        </a:solidFill>
      </p:bgPr>
    </p:bg>
    <p:spTree>
      <p:nvGrpSpPr>
        <p:cNvPr id="600" name="Shape 600"/>
        <p:cNvGrpSpPr/>
        <p:nvPr/>
      </p:nvGrpSpPr>
      <p:grpSpPr>
        <a:xfrm>
          <a:off x="0" y="0"/>
          <a:ext cx="0" cy="0"/>
          <a:chOff x="0" y="0"/>
          <a:chExt cx="0" cy="0"/>
        </a:xfrm>
      </p:grpSpPr>
      <p:sp>
        <p:nvSpPr>
          <p:cNvPr id="601" name="Google Shape;601;p74"/>
          <p:cNvSpPr/>
          <p:nvPr/>
        </p:nvSpPr>
        <p:spPr>
          <a:xfrm>
            <a:off x="0" y="4688575"/>
            <a:ext cx="2037900" cy="454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74"/>
          <p:cNvSpPr txBox="1"/>
          <p:nvPr/>
        </p:nvSpPr>
        <p:spPr>
          <a:xfrm>
            <a:off x="440000" y="3890875"/>
            <a:ext cx="3445200" cy="95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rgbClr val="FFFFFF"/>
                </a:solidFill>
                <a:latin typeface="Inter SemiBold"/>
                <a:ea typeface="Inter SemiBold"/>
                <a:cs typeface="Inter SemiBold"/>
                <a:sym typeface="Inter SemiBold"/>
              </a:rPr>
              <a:t>COOP CAREERS INC.</a:t>
            </a:r>
            <a:endParaRPr sz="800">
              <a:solidFill>
                <a:srgbClr val="FFFFFF"/>
              </a:solidFill>
              <a:latin typeface="Inter SemiBold"/>
              <a:ea typeface="Inter SemiBold"/>
              <a:cs typeface="Inter SemiBold"/>
              <a:sym typeface="Inter SemiBold"/>
            </a:endParaRPr>
          </a:p>
          <a:p>
            <a:pPr indent="0" lvl="0" marL="0" rtl="0" algn="l">
              <a:spcBef>
                <a:spcPts val="0"/>
              </a:spcBef>
              <a:spcAft>
                <a:spcPts val="0"/>
              </a:spcAft>
              <a:buNone/>
            </a:pPr>
            <a:r>
              <a:rPr lang="en" sz="800">
                <a:solidFill>
                  <a:srgbClr val="FFFFFF"/>
                </a:solidFill>
                <a:latin typeface="Inter"/>
                <a:ea typeface="Inter"/>
                <a:cs typeface="Inter"/>
                <a:sym typeface="Inter"/>
              </a:rPr>
              <a:t>coopcareers.org</a:t>
            </a:r>
            <a:endParaRPr sz="800">
              <a:solidFill>
                <a:srgbClr val="FFFFFF"/>
              </a:solidFill>
              <a:latin typeface="Inter"/>
              <a:ea typeface="Inter"/>
              <a:cs typeface="Inter"/>
              <a:sym typeface="Inter"/>
            </a:endParaRPr>
          </a:p>
          <a:p>
            <a:pPr indent="0" lvl="0" marL="0" rtl="0" algn="l">
              <a:spcBef>
                <a:spcPts val="0"/>
              </a:spcBef>
              <a:spcAft>
                <a:spcPts val="0"/>
              </a:spcAft>
              <a:buNone/>
            </a:pPr>
            <a:r>
              <a:t/>
            </a:r>
            <a:endParaRPr sz="800">
              <a:latin typeface="Inter"/>
              <a:ea typeface="Inter"/>
              <a:cs typeface="Inter"/>
              <a:sym typeface="Inter"/>
            </a:endParaRPr>
          </a:p>
          <a:p>
            <a:pPr indent="0" lvl="0" marL="0" rtl="0" algn="l">
              <a:spcBef>
                <a:spcPts val="0"/>
              </a:spcBef>
              <a:spcAft>
                <a:spcPts val="0"/>
              </a:spcAft>
              <a:buNone/>
            </a:pPr>
            <a:r>
              <a:rPr lang="en" sz="800">
                <a:latin typeface="Inter"/>
                <a:ea typeface="Inter"/>
                <a:cs typeface="Inter"/>
                <a:sym typeface="Inter"/>
              </a:rPr>
              <a:t>1177 Avenue of the Americas, 5th Floor  </a:t>
            </a:r>
            <a:r>
              <a:rPr lang="en" sz="800">
                <a:solidFill>
                  <a:srgbClr val="FFFFFF"/>
                </a:solidFill>
                <a:latin typeface="Inter"/>
                <a:ea typeface="Inter"/>
                <a:cs typeface="Inter"/>
                <a:sym typeface="Inter"/>
              </a:rPr>
              <a:t>• </a:t>
            </a:r>
            <a:r>
              <a:rPr lang="en" sz="800">
                <a:latin typeface="Inter"/>
                <a:ea typeface="Inter"/>
                <a:cs typeface="Inter"/>
                <a:sym typeface="Inter"/>
              </a:rPr>
              <a:t> New York, NY </a:t>
            </a:r>
            <a:r>
              <a:rPr lang="en" sz="800">
                <a:latin typeface="Inter"/>
                <a:ea typeface="Inter"/>
                <a:cs typeface="Inter"/>
                <a:sym typeface="Inter"/>
              </a:rPr>
              <a:t>10036</a:t>
            </a:r>
            <a:endParaRPr sz="800">
              <a:latin typeface="Inter"/>
              <a:ea typeface="Inter"/>
              <a:cs typeface="Inter"/>
              <a:sym typeface="Inter"/>
            </a:endParaRPr>
          </a:p>
          <a:p>
            <a:pPr indent="0" lvl="0" marL="0" rtl="0" algn="l">
              <a:spcBef>
                <a:spcPts val="0"/>
              </a:spcBef>
              <a:spcAft>
                <a:spcPts val="0"/>
              </a:spcAft>
              <a:buNone/>
            </a:pPr>
            <a:r>
              <a:rPr lang="en" sz="800">
                <a:latin typeface="Inter"/>
                <a:ea typeface="Inter"/>
                <a:cs typeface="Inter"/>
                <a:sym typeface="Inter"/>
              </a:rPr>
              <a:t>10036 1390 Market Street, Suite 200  </a:t>
            </a:r>
            <a:r>
              <a:rPr lang="en" sz="800">
                <a:solidFill>
                  <a:srgbClr val="FFFFFF"/>
                </a:solidFill>
                <a:latin typeface="Inter"/>
                <a:ea typeface="Inter"/>
                <a:cs typeface="Inter"/>
                <a:sym typeface="Inter"/>
              </a:rPr>
              <a:t>•</a:t>
            </a:r>
            <a:r>
              <a:rPr lang="en" sz="800">
                <a:latin typeface="Inter"/>
                <a:ea typeface="Inter"/>
                <a:cs typeface="Inter"/>
                <a:sym typeface="Inter"/>
              </a:rPr>
              <a:t>  San Francisco, CA 94102 </a:t>
            </a:r>
            <a:endParaRPr sz="800">
              <a:latin typeface="Inter"/>
              <a:ea typeface="Inter"/>
              <a:cs typeface="Inter"/>
              <a:sym typeface="Inter"/>
            </a:endParaRPr>
          </a:p>
          <a:p>
            <a:pPr indent="0" lvl="0" marL="0" rtl="0" algn="l">
              <a:spcBef>
                <a:spcPts val="0"/>
              </a:spcBef>
              <a:spcAft>
                <a:spcPts val="0"/>
              </a:spcAft>
              <a:buNone/>
            </a:pPr>
            <a:r>
              <a:rPr lang="en" sz="800">
                <a:latin typeface="Inter"/>
                <a:ea typeface="Inter"/>
                <a:cs typeface="Inter"/>
                <a:sym typeface="Inter"/>
              </a:rPr>
              <a:t>North Michigan Avenue, Suite 1400  </a:t>
            </a:r>
            <a:r>
              <a:rPr lang="en" sz="800">
                <a:solidFill>
                  <a:srgbClr val="FFFFFF"/>
                </a:solidFill>
                <a:latin typeface="Inter"/>
                <a:ea typeface="Inter"/>
                <a:cs typeface="Inter"/>
                <a:sym typeface="Inter"/>
              </a:rPr>
              <a:t>•</a:t>
            </a:r>
            <a:r>
              <a:rPr lang="en" sz="800">
                <a:latin typeface="Inter"/>
                <a:ea typeface="Inter"/>
                <a:cs typeface="Inter"/>
                <a:sym typeface="Inter"/>
              </a:rPr>
              <a:t>  Chicago, IL 60611</a:t>
            </a:r>
            <a:endParaRPr sz="800">
              <a:latin typeface="Inter"/>
              <a:ea typeface="Inter"/>
              <a:cs typeface="Inter"/>
              <a:sym typeface="Inter"/>
            </a:endParaRPr>
          </a:p>
          <a:p>
            <a:pPr indent="0" lvl="0" marL="0" rtl="0" algn="l">
              <a:spcBef>
                <a:spcPts val="0"/>
              </a:spcBef>
              <a:spcAft>
                <a:spcPts val="0"/>
              </a:spcAft>
              <a:buNone/>
            </a:pPr>
            <a:r>
              <a:rPr lang="en" sz="800">
                <a:latin typeface="Inter"/>
                <a:ea typeface="Inter"/>
                <a:cs typeface="Inter"/>
                <a:sym typeface="Inter"/>
              </a:rPr>
              <a:t>601 Brickell Key Drive, Suite 700  </a:t>
            </a:r>
            <a:r>
              <a:rPr lang="en" sz="800">
                <a:solidFill>
                  <a:srgbClr val="FFFFFF"/>
                </a:solidFill>
                <a:latin typeface="Inter"/>
                <a:ea typeface="Inter"/>
                <a:cs typeface="Inter"/>
                <a:sym typeface="Inter"/>
              </a:rPr>
              <a:t>•</a:t>
            </a:r>
            <a:r>
              <a:rPr lang="en" sz="800">
                <a:latin typeface="Inter"/>
                <a:ea typeface="Inter"/>
                <a:cs typeface="Inter"/>
                <a:sym typeface="Inter"/>
              </a:rPr>
              <a:t>  Miami, FL 33131</a:t>
            </a:r>
            <a:endParaRPr sz="550">
              <a:solidFill>
                <a:srgbClr val="FFFFFF"/>
              </a:solidFill>
              <a:latin typeface="Lora"/>
              <a:ea typeface="Lora"/>
              <a:cs typeface="Lora"/>
              <a:sym typeface="Lora"/>
            </a:endParaRPr>
          </a:p>
          <a:p>
            <a:pPr indent="0" lvl="0" marL="0" rtl="0" algn="l">
              <a:spcBef>
                <a:spcPts val="0"/>
              </a:spcBef>
              <a:spcAft>
                <a:spcPts val="0"/>
              </a:spcAft>
              <a:buNone/>
            </a:pPr>
            <a:r>
              <a:t/>
            </a:r>
            <a:endParaRPr sz="800">
              <a:latin typeface="Inter"/>
              <a:ea typeface="Inter"/>
              <a:cs typeface="Inter"/>
              <a:sym typeface="Inter"/>
            </a:endParaRPr>
          </a:p>
        </p:txBody>
      </p:sp>
      <p:pic>
        <p:nvPicPr>
          <p:cNvPr id="603" name="Google Shape;603;p74"/>
          <p:cNvPicPr preferRelativeResize="0"/>
          <p:nvPr/>
        </p:nvPicPr>
        <p:blipFill rotWithShape="1">
          <a:blip r:embed="rId2">
            <a:alphaModFix/>
          </a:blip>
          <a:srcRect b="2144" l="0" r="0" t="2135"/>
          <a:stretch/>
        </p:blipFill>
        <p:spPr>
          <a:xfrm>
            <a:off x="199450" y="3306721"/>
            <a:ext cx="1602324" cy="584150"/>
          </a:xfrm>
          <a:prstGeom prst="rect">
            <a:avLst/>
          </a:prstGeom>
          <a:noFill/>
          <a:ln>
            <a:noFill/>
          </a:ln>
        </p:spPr>
      </p:pic>
      <p:sp>
        <p:nvSpPr>
          <p:cNvPr id="604" name="Google Shape;604;p74"/>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
        <p:nvSpPr>
          <p:cNvPr id="605" name="Google Shape;605;p74"/>
          <p:cNvSpPr txBox="1"/>
          <p:nvPr>
            <p:ph type="title"/>
          </p:nvPr>
        </p:nvSpPr>
        <p:spPr>
          <a:xfrm>
            <a:off x="440000" y="1118500"/>
            <a:ext cx="7743600" cy="2007300"/>
          </a:xfrm>
          <a:prstGeom prst="rect">
            <a:avLst/>
          </a:prstGeom>
        </p:spPr>
        <p:txBody>
          <a:bodyPr anchorCtr="0" anchor="t" bIns="0" lIns="0" spcFirstLastPara="1" rIns="0" wrap="square" tIns="0">
            <a:noAutofit/>
          </a:bodyPr>
          <a:lstStyle>
            <a:lvl1pPr lvl="0" rtl="0">
              <a:spcBef>
                <a:spcPts val="0"/>
              </a:spcBef>
              <a:spcAft>
                <a:spcPts val="0"/>
              </a:spcAft>
              <a:buSzPts val="6600"/>
              <a:buNone/>
              <a:defRPr sz="6600"/>
            </a:lvl1pPr>
            <a:lvl2pPr lvl="1" rtl="0">
              <a:spcBef>
                <a:spcPts val="0"/>
              </a:spcBef>
              <a:spcAft>
                <a:spcPts val="0"/>
              </a:spcAft>
              <a:buSzPts val="6600"/>
              <a:buNone/>
              <a:defRPr sz="6600"/>
            </a:lvl2pPr>
            <a:lvl3pPr lvl="2" rtl="0">
              <a:spcBef>
                <a:spcPts val="0"/>
              </a:spcBef>
              <a:spcAft>
                <a:spcPts val="0"/>
              </a:spcAft>
              <a:buSzPts val="6600"/>
              <a:buNone/>
              <a:defRPr sz="6600"/>
            </a:lvl3pPr>
            <a:lvl4pPr lvl="3" rtl="0">
              <a:spcBef>
                <a:spcPts val="0"/>
              </a:spcBef>
              <a:spcAft>
                <a:spcPts val="0"/>
              </a:spcAft>
              <a:buSzPts val="6600"/>
              <a:buNone/>
              <a:defRPr sz="6600"/>
            </a:lvl4pPr>
            <a:lvl5pPr lvl="4" rtl="0">
              <a:spcBef>
                <a:spcPts val="0"/>
              </a:spcBef>
              <a:spcAft>
                <a:spcPts val="0"/>
              </a:spcAft>
              <a:buSzPts val="6600"/>
              <a:buNone/>
              <a:defRPr sz="6600"/>
            </a:lvl5pPr>
            <a:lvl6pPr lvl="5" rtl="0">
              <a:spcBef>
                <a:spcPts val="0"/>
              </a:spcBef>
              <a:spcAft>
                <a:spcPts val="0"/>
              </a:spcAft>
              <a:buSzPts val="6600"/>
              <a:buNone/>
              <a:defRPr sz="6600"/>
            </a:lvl6pPr>
            <a:lvl7pPr lvl="6" rtl="0">
              <a:spcBef>
                <a:spcPts val="0"/>
              </a:spcBef>
              <a:spcAft>
                <a:spcPts val="0"/>
              </a:spcAft>
              <a:buSzPts val="6600"/>
              <a:buNone/>
              <a:defRPr sz="6600"/>
            </a:lvl7pPr>
            <a:lvl8pPr lvl="7" rtl="0">
              <a:spcBef>
                <a:spcPts val="0"/>
              </a:spcBef>
              <a:spcAft>
                <a:spcPts val="0"/>
              </a:spcAft>
              <a:buSzPts val="6600"/>
              <a:buNone/>
              <a:defRPr sz="6600"/>
            </a:lvl8pPr>
            <a:lvl9pPr lvl="8" rtl="0">
              <a:spcBef>
                <a:spcPts val="0"/>
              </a:spcBef>
              <a:spcAft>
                <a:spcPts val="0"/>
              </a:spcAft>
              <a:buSzPts val="6600"/>
              <a:buNone/>
              <a:defRPr sz="66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_closing slide - yellow">
  <p:cSld name="CUSTOM_1_1_1_1_1">
    <p:bg>
      <p:bgPr>
        <a:solidFill>
          <a:schemeClr val="accent5"/>
        </a:solidFill>
      </p:bgPr>
    </p:bg>
    <p:spTree>
      <p:nvGrpSpPr>
        <p:cNvPr id="606" name="Shape 606"/>
        <p:cNvGrpSpPr/>
        <p:nvPr/>
      </p:nvGrpSpPr>
      <p:grpSpPr>
        <a:xfrm>
          <a:off x="0" y="0"/>
          <a:ext cx="0" cy="0"/>
          <a:chOff x="0" y="0"/>
          <a:chExt cx="0" cy="0"/>
        </a:xfrm>
      </p:grpSpPr>
      <p:pic>
        <p:nvPicPr>
          <p:cNvPr id="607" name="Google Shape;607;p75"/>
          <p:cNvPicPr preferRelativeResize="0"/>
          <p:nvPr/>
        </p:nvPicPr>
        <p:blipFill>
          <a:blip r:embed="rId2">
            <a:alphaModFix/>
          </a:blip>
          <a:stretch>
            <a:fillRect/>
          </a:stretch>
        </p:blipFill>
        <p:spPr>
          <a:xfrm>
            <a:off x="199464" y="3293675"/>
            <a:ext cx="1602299" cy="610251"/>
          </a:xfrm>
          <a:prstGeom prst="rect">
            <a:avLst/>
          </a:prstGeom>
          <a:noFill/>
          <a:ln>
            <a:noFill/>
          </a:ln>
        </p:spPr>
      </p:pic>
      <p:sp>
        <p:nvSpPr>
          <p:cNvPr id="608" name="Google Shape;608;p75"/>
          <p:cNvSpPr/>
          <p:nvPr/>
        </p:nvSpPr>
        <p:spPr>
          <a:xfrm>
            <a:off x="0" y="4688575"/>
            <a:ext cx="2037900" cy="454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609" name="Google Shape;609;p75"/>
          <p:cNvSpPr txBox="1"/>
          <p:nvPr/>
        </p:nvSpPr>
        <p:spPr>
          <a:xfrm>
            <a:off x="440000" y="3890875"/>
            <a:ext cx="3445200" cy="95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800">
                <a:solidFill>
                  <a:schemeClr val="dk1"/>
                </a:solidFill>
                <a:latin typeface="Inter SemiBold"/>
                <a:ea typeface="Inter SemiBold"/>
                <a:cs typeface="Inter SemiBold"/>
                <a:sym typeface="Inter SemiBold"/>
              </a:rPr>
              <a:t>COOP CAREERS INC.</a:t>
            </a:r>
            <a:endParaRPr sz="800">
              <a:solidFill>
                <a:schemeClr val="dk1"/>
              </a:solidFill>
              <a:latin typeface="Inter SemiBold"/>
              <a:ea typeface="Inter SemiBold"/>
              <a:cs typeface="Inter SemiBold"/>
              <a:sym typeface="Inter SemiBold"/>
            </a:endParaRPr>
          </a:p>
          <a:p>
            <a:pPr indent="0" lvl="0" marL="0" rtl="0" algn="l">
              <a:spcBef>
                <a:spcPts val="0"/>
              </a:spcBef>
              <a:spcAft>
                <a:spcPts val="0"/>
              </a:spcAft>
              <a:buNone/>
            </a:pPr>
            <a:r>
              <a:rPr lang="en" sz="800">
                <a:solidFill>
                  <a:schemeClr val="dk1"/>
                </a:solidFill>
                <a:latin typeface="Inter"/>
                <a:ea typeface="Inter"/>
                <a:cs typeface="Inter"/>
                <a:sym typeface="Inter"/>
              </a:rPr>
              <a:t>coopcareers.org</a:t>
            </a:r>
            <a:endParaRPr sz="800">
              <a:solidFill>
                <a:schemeClr val="dk1"/>
              </a:solidFill>
              <a:latin typeface="Inter"/>
              <a:ea typeface="Inter"/>
              <a:cs typeface="Inter"/>
              <a:sym typeface="Inter"/>
            </a:endParaRPr>
          </a:p>
          <a:p>
            <a:pPr indent="0" lvl="0" marL="0" rtl="0" algn="l">
              <a:spcBef>
                <a:spcPts val="0"/>
              </a:spcBef>
              <a:spcAft>
                <a:spcPts val="0"/>
              </a:spcAft>
              <a:buNone/>
            </a:pPr>
            <a:r>
              <a:t/>
            </a:r>
            <a:endParaRPr sz="800">
              <a:solidFill>
                <a:schemeClr val="dk1"/>
              </a:solidFill>
              <a:latin typeface="Inter"/>
              <a:ea typeface="Inter"/>
              <a:cs typeface="Inter"/>
              <a:sym typeface="Inter"/>
            </a:endParaRPr>
          </a:p>
          <a:p>
            <a:pPr indent="0" lvl="0" marL="0" rtl="0" algn="l">
              <a:spcBef>
                <a:spcPts val="0"/>
              </a:spcBef>
              <a:spcAft>
                <a:spcPts val="0"/>
              </a:spcAft>
              <a:buNone/>
            </a:pPr>
            <a:r>
              <a:rPr lang="en" sz="800">
                <a:solidFill>
                  <a:schemeClr val="dk1"/>
                </a:solidFill>
                <a:latin typeface="Inter"/>
                <a:ea typeface="Inter"/>
                <a:cs typeface="Inter"/>
                <a:sym typeface="Inter"/>
              </a:rPr>
              <a:t>1177 Avenue of the Americas, 5th Floor  </a:t>
            </a:r>
            <a:r>
              <a:rPr lang="en" sz="800">
                <a:solidFill>
                  <a:schemeClr val="lt1"/>
                </a:solidFill>
                <a:latin typeface="Inter"/>
                <a:ea typeface="Inter"/>
                <a:cs typeface="Inter"/>
                <a:sym typeface="Inter"/>
              </a:rPr>
              <a:t>•</a:t>
            </a:r>
            <a:r>
              <a:rPr lang="en" sz="800">
                <a:solidFill>
                  <a:schemeClr val="dk1"/>
                </a:solidFill>
                <a:latin typeface="Inter"/>
                <a:ea typeface="Inter"/>
                <a:cs typeface="Inter"/>
                <a:sym typeface="Inter"/>
              </a:rPr>
              <a:t>  New York, NY </a:t>
            </a:r>
            <a:r>
              <a:rPr lang="en" sz="800">
                <a:solidFill>
                  <a:schemeClr val="dk1"/>
                </a:solidFill>
                <a:latin typeface="Inter"/>
                <a:ea typeface="Inter"/>
                <a:cs typeface="Inter"/>
                <a:sym typeface="Inter"/>
              </a:rPr>
              <a:t>10036</a:t>
            </a:r>
            <a:endParaRPr sz="800">
              <a:solidFill>
                <a:schemeClr val="dk1"/>
              </a:solidFill>
              <a:latin typeface="Inter"/>
              <a:ea typeface="Inter"/>
              <a:cs typeface="Inter"/>
              <a:sym typeface="Inter"/>
            </a:endParaRPr>
          </a:p>
          <a:p>
            <a:pPr indent="0" lvl="0" marL="0" rtl="0" algn="l">
              <a:spcBef>
                <a:spcPts val="0"/>
              </a:spcBef>
              <a:spcAft>
                <a:spcPts val="0"/>
              </a:spcAft>
              <a:buNone/>
            </a:pPr>
            <a:r>
              <a:rPr lang="en" sz="800">
                <a:solidFill>
                  <a:schemeClr val="dk1"/>
                </a:solidFill>
                <a:latin typeface="Inter"/>
                <a:ea typeface="Inter"/>
                <a:cs typeface="Inter"/>
                <a:sym typeface="Inter"/>
              </a:rPr>
              <a:t>10036 1390 Market Street, Suite 200  </a:t>
            </a:r>
            <a:r>
              <a:rPr lang="en" sz="800">
                <a:solidFill>
                  <a:schemeClr val="lt1"/>
                </a:solidFill>
                <a:latin typeface="Inter"/>
                <a:ea typeface="Inter"/>
                <a:cs typeface="Inter"/>
                <a:sym typeface="Inter"/>
              </a:rPr>
              <a:t>•</a:t>
            </a:r>
            <a:r>
              <a:rPr lang="en" sz="800">
                <a:solidFill>
                  <a:schemeClr val="dk1"/>
                </a:solidFill>
                <a:latin typeface="Inter"/>
                <a:ea typeface="Inter"/>
                <a:cs typeface="Inter"/>
                <a:sym typeface="Inter"/>
              </a:rPr>
              <a:t>  San Francisco, CA 94102</a:t>
            </a:r>
            <a:r>
              <a:rPr lang="en" sz="800">
                <a:solidFill>
                  <a:schemeClr val="dk1"/>
                </a:solidFill>
                <a:latin typeface="Inter"/>
                <a:ea typeface="Inter"/>
                <a:cs typeface="Inter"/>
                <a:sym typeface="Inter"/>
              </a:rPr>
              <a:t> </a:t>
            </a:r>
            <a:endParaRPr sz="800">
              <a:solidFill>
                <a:schemeClr val="dk1"/>
              </a:solidFill>
              <a:latin typeface="Inter"/>
              <a:ea typeface="Inter"/>
              <a:cs typeface="Inter"/>
              <a:sym typeface="Inter"/>
            </a:endParaRPr>
          </a:p>
          <a:p>
            <a:pPr indent="0" lvl="0" marL="0" rtl="0" algn="l">
              <a:spcBef>
                <a:spcPts val="0"/>
              </a:spcBef>
              <a:spcAft>
                <a:spcPts val="0"/>
              </a:spcAft>
              <a:buNone/>
            </a:pPr>
            <a:r>
              <a:rPr lang="en" sz="800">
                <a:solidFill>
                  <a:schemeClr val="dk1"/>
                </a:solidFill>
                <a:latin typeface="Inter"/>
                <a:ea typeface="Inter"/>
                <a:cs typeface="Inter"/>
                <a:sym typeface="Inter"/>
              </a:rPr>
              <a:t>North Michigan Avenue, Suite 1400  </a:t>
            </a:r>
            <a:r>
              <a:rPr lang="en" sz="800">
                <a:solidFill>
                  <a:schemeClr val="lt1"/>
                </a:solidFill>
                <a:latin typeface="Inter"/>
                <a:ea typeface="Inter"/>
                <a:cs typeface="Inter"/>
                <a:sym typeface="Inter"/>
              </a:rPr>
              <a:t>•</a:t>
            </a:r>
            <a:r>
              <a:rPr lang="en" sz="800">
                <a:solidFill>
                  <a:schemeClr val="dk1"/>
                </a:solidFill>
                <a:latin typeface="Inter"/>
                <a:ea typeface="Inter"/>
                <a:cs typeface="Inter"/>
                <a:sym typeface="Inter"/>
              </a:rPr>
              <a:t>  Chicago, IL 60611</a:t>
            </a:r>
            <a:endParaRPr sz="800">
              <a:solidFill>
                <a:schemeClr val="dk1"/>
              </a:solidFill>
              <a:latin typeface="Inter"/>
              <a:ea typeface="Inter"/>
              <a:cs typeface="Inter"/>
              <a:sym typeface="Inter"/>
            </a:endParaRPr>
          </a:p>
          <a:p>
            <a:pPr indent="0" lvl="0" marL="0" rtl="0" algn="l">
              <a:spcBef>
                <a:spcPts val="0"/>
              </a:spcBef>
              <a:spcAft>
                <a:spcPts val="0"/>
              </a:spcAft>
              <a:buNone/>
            </a:pPr>
            <a:r>
              <a:rPr lang="en" sz="800">
                <a:solidFill>
                  <a:schemeClr val="dk1"/>
                </a:solidFill>
                <a:latin typeface="Inter"/>
                <a:ea typeface="Inter"/>
                <a:cs typeface="Inter"/>
                <a:sym typeface="Inter"/>
              </a:rPr>
              <a:t>601 Brickell Key Drive, Suite 700  </a:t>
            </a:r>
            <a:r>
              <a:rPr lang="en" sz="800">
                <a:solidFill>
                  <a:schemeClr val="lt1"/>
                </a:solidFill>
                <a:latin typeface="Inter"/>
                <a:ea typeface="Inter"/>
                <a:cs typeface="Inter"/>
                <a:sym typeface="Inter"/>
              </a:rPr>
              <a:t>•</a:t>
            </a:r>
            <a:r>
              <a:rPr lang="en" sz="800">
                <a:solidFill>
                  <a:schemeClr val="dk1"/>
                </a:solidFill>
                <a:latin typeface="Inter"/>
                <a:ea typeface="Inter"/>
                <a:cs typeface="Inter"/>
                <a:sym typeface="Inter"/>
              </a:rPr>
              <a:t>  Miami, FL 33131</a:t>
            </a:r>
            <a:endParaRPr sz="550">
              <a:solidFill>
                <a:schemeClr val="dk1"/>
              </a:solidFill>
              <a:latin typeface="Lora"/>
              <a:ea typeface="Lora"/>
              <a:cs typeface="Lora"/>
              <a:sym typeface="Lora"/>
            </a:endParaRPr>
          </a:p>
          <a:p>
            <a:pPr indent="0" lvl="0" marL="0" rtl="0" algn="l">
              <a:spcBef>
                <a:spcPts val="0"/>
              </a:spcBef>
              <a:spcAft>
                <a:spcPts val="0"/>
              </a:spcAft>
              <a:buNone/>
            </a:pPr>
            <a:r>
              <a:t/>
            </a:r>
            <a:endParaRPr sz="800">
              <a:solidFill>
                <a:schemeClr val="dk1"/>
              </a:solidFill>
              <a:latin typeface="Inter"/>
              <a:ea typeface="Inter"/>
              <a:cs typeface="Inter"/>
              <a:sym typeface="Inter"/>
            </a:endParaRPr>
          </a:p>
        </p:txBody>
      </p:sp>
      <p:sp>
        <p:nvSpPr>
          <p:cNvPr id="610" name="Google Shape;610;p75"/>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
        <p:nvSpPr>
          <p:cNvPr id="611" name="Google Shape;611;p75"/>
          <p:cNvSpPr txBox="1"/>
          <p:nvPr>
            <p:ph type="title"/>
          </p:nvPr>
        </p:nvSpPr>
        <p:spPr>
          <a:xfrm>
            <a:off x="440000" y="1118500"/>
            <a:ext cx="7743600" cy="2007300"/>
          </a:xfrm>
          <a:prstGeom prst="rect">
            <a:avLst/>
          </a:prstGeom>
        </p:spPr>
        <p:txBody>
          <a:bodyPr anchorCtr="0" anchor="t" bIns="0" lIns="0" spcFirstLastPara="1" rIns="0" wrap="square" tIns="0">
            <a:noAutofit/>
          </a:bodyPr>
          <a:lstStyle>
            <a:lvl1pPr lvl="0" rtl="0">
              <a:spcBef>
                <a:spcPts val="0"/>
              </a:spcBef>
              <a:spcAft>
                <a:spcPts val="0"/>
              </a:spcAft>
              <a:buSzPts val="6600"/>
              <a:buNone/>
              <a:defRPr sz="6600"/>
            </a:lvl1pPr>
            <a:lvl2pPr lvl="1" rtl="0">
              <a:spcBef>
                <a:spcPts val="0"/>
              </a:spcBef>
              <a:spcAft>
                <a:spcPts val="0"/>
              </a:spcAft>
              <a:buSzPts val="6600"/>
              <a:buNone/>
              <a:defRPr sz="6600"/>
            </a:lvl2pPr>
            <a:lvl3pPr lvl="2" rtl="0">
              <a:spcBef>
                <a:spcPts val="0"/>
              </a:spcBef>
              <a:spcAft>
                <a:spcPts val="0"/>
              </a:spcAft>
              <a:buSzPts val="6600"/>
              <a:buNone/>
              <a:defRPr sz="6600"/>
            </a:lvl3pPr>
            <a:lvl4pPr lvl="3" rtl="0">
              <a:spcBef>
                <a:spcPts val="0"/>
              </a:spcBef>
              <a:spcAft>
                <a:spcPts val="0"/>
              </a:spcAft>
              <a:buSzPts val="6600"/>
              <a:buNone/>
              <a:defRPr sz="6600"/>
            </a:lvl4pPr>
            <a:lvl5pPr lvl="4" rtl="0">
              <a:spcBef>
                <a:spcPts val="0"/>
              </a:spcBef>
              <a:spcAft>
                <a:spcPts val="0"/>
              </a:spcAft>
              <a:buSzPts val="6600"/>
              <a:buNone/>
              <a:defRPr sz="6600"/>
            </a:lvl5pPr>
            <a:lvl6pPr lvl="5" rtl="0">
              <a:spcBef>
                <a:spcPts val="0"/>
              </a:spcBef>
              <a:spcAft>
                <a:spcPts val="0"/>
              </a:spcAft>
              <a:buSzPts val="6600"/>
              <a:buNone/>
              <a:defRPr sz="6600"/>
            </a:lvl6pPr>
            <a:lvl7pPr lvl="6" rtl="0">
              <a:spcBef>
                <a:spcPts val="0"/>
              </a:spcBef>
              <a:spcAft>
                <a:spcPts val="0"/>
              </a:spcAft>
              <a:buSzPts val="6600"/>
              <a:buNone/>
              <a:defRPr sz="6600"/>
            </a:lvl7pPr>
            <a:lvl8pPr lvl="7" rtl="0">
              <a:spcBef>
                <a:spcPts val="0"/>
              </a:spcBef>
              <a:spcAft>
                <a:spcPts val="0"/>
              </a:spcAft>
              <a:buSzPts val="6600"/>
              <a:buNone/>
              <a:defRPr sz="6600"/>
            </a:lvl8pPr>
            <a:lvl9pPr lvl="8" rtl="0">
              <a:spcBef>
                <a:spcPts val="0"/>
              </a:spcBef>
              <a:spcAft>
                <a:spcPts val="0"/>
              </a:spcAft>
              <a:buSzPts val="6600"/>
              <a:buNone/>
              <a:defRPr sz="6600"/>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_1">
  <p:cSld name="TITLE_1_1">
    <p:spTree>
      <p:nvGrpSpPr>
        <p:cNvPr id="612" name="Shape 612"/>
        <p:cNvGrpSpPr/>
        <p:nvPr/>
      </p:nvGrpSpPr>
      <p:grpSpPr>
        <a:xfrm>
          <a:off x="0" y="0"/>
          <a:ext cx="0" cy="0"/>
          <a:chOff x="0" y="0"/>
          <a:chExt cx="0" cy="0"/>
        </a:xfrm>
      </p:grpSpPr>
      <p:sp>
        <p:nvSpPr>
          <p:cNvPr id="613" name="Google Shape;613;p76"/>
          <p:cNvSpPr/>
          <p:nvPr/>
        </p:nvSpPr>
        <p:spPr>
          <a:xfrm>
            <a:off x="0" y="0"/>
            <a:ext cx="9144000" cy="5062800"/>
          </a:xfrm>
          <a:prstGeom prst="foldedCorner">
            <a:avLst>
              <a:gd fmla="val 26236" name="adj"/>
            </a:avLst>
          </a:prstGeom>
          <a:solidFill>
            <a:srgbClr val="FFCC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14" name="Google Shape;614;p76"/>
          <p:cNvPicPr preferRelativeResize="0"/>
          <p:nvPr/>
        </p:nvPicPr>
        <p:blipFill rotWithShape="1">
          <a:blip r:embed="rId2">
            <a:alphaModFix/>
          </a:blip>
          <a:srcRect b="0" l="0" r="0" t="0"/>
          <a:stretch/>
        </p:blipFill>
        <p:spPr>
          <a:xfrm>
            <a:off x="8401052" y="4694021"/>
            <a:ext cx="675724" cy="313099"/>
          </a:xfrm>
          <a:prstGeom prst="rect">
            <a:avLst/>
          </a:prstGeom>
          <a:noFill/>
          <a:ln>
            <a:noFill/>
          </a:ln>
        </p:spPr>
      </p:pic>
      <p:cxnSp>
        <p:nvCxnSpPr>
          <p:cNvPr id="615" name="Google Shape;615;p76"/>
          <p:cNvCxnSpPr/>
          <p:nvPr/>
        </p:nvCxnSpPr>
        <p:spPr>
          <a:xfrm>
            <a:off x="0" y="5107925"/>
            <a:ext cx="9144000" cy="0"/>
          </a:xfrm>
          <a:prstGeom prst="straightConnector1">
            <a:avLst/>
          </a:prstGeom>
          <a:noFill/>
          <a:ln cap="flat" cmpd="sng" w="76200">
            <a:solidFill>
              <a:srgbClr val="434343"/>
            </a:solidFill>
            <a:prstDash val="solid"/>
            <a:round/>
            <a:headEnd len="sm" w="sm" type="none"/>
            <a:tailEnd len="sm" w="sm" type="none"/>
          </a:ln>
        </p:spPr>
      </p:cxnSp>
      <p:sp>
        <p:nvSpPr>
          <p:cNvPr id="616" name="Google Shape;616;p76"/>
          <p:cNvSpPr txBox="1"/>
          <p:nvPr>
            <p:ph type="ctrTitle"/>
          </p:nvPr>
        </p:nvSpPr>
        <p:spPr>
          <a:xfrm>
            <a:off x="685800" y="1583356"/>
            <a:ext cx="7772400" cy="210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6000"/>
              <a:buFont typeface="Proxima Nova"/>
              <a:buNone/>
              <a:defRPr b="0" sz="6000">
                <a:solidFill>
                  <a:srgbClr val="FFFFFF"/>
                </a:solidFill>
                <a:latin typeface="Proxima Nova"/>
                <a:ea typeface="Proxima Nova"/>
                <a:cs typeface="Proxima Nova"/>
                <a:sym typeface="Proxima Nova"/>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617" name="Google Shape;617;p76"/>
          <p:cNvSpPr txBox="1"/>
          <p:nvPr>
            <p:ph idx="12" type="sldNum"/>
          </p:nvPr>
        </p:nvSpPr>
        <p:spPr>
          <a:xfrm>
            <a:off x="50" y="4673650"/>
            <a:ext cx="15594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r>
              <a:rPr lang="en"/>
              <a:t> • </a:t>
            </a:r>
            <a:r>
              <a:rPr lang="en">
                <a:solidFill>
                  <a:srgbClr val="FFFFFF"/>
                </a:solidFill>
              </a:rPr>
              <a:t>co</a:t>
            </a:r>
            <a:r>
              <a:rPr lang="en"/>
              <a:t>opcareers.org</a:t>
            </a:r>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_1_1_1_1">
  <p:cSld name="TITLE_1_1_1_1_1_4">
    <p:spTree>
      <p:nvGrpSpPr>
        <p:cNvPr id="618" name="Shape 618"/>
        <p:cNvGrpSpPr/>
        <p:nvPr/>
      </p:nvGrpSpPr>
      <p:grpSpPr>
        <a:xfrm>
          <a:off x="0" y="0"/>
          <a:ext cx="0" cy="0"/>
          <a:chOff x="0" y="0"/>
          <a:chExt cx="0" cy="0"/>
        </a:xfrm>
      </p:grpSpPr>
      <p:sp>
        <p:nvSpPr>
          <p:cNvPr id="619" name="Google Shape;619;p77"/>
          <p:cNvSpPr/>
          <p:nvPr/>
        </p:nvSpPr>
        <p:spPr>
          <a:xfrm>
            <a:off x="0" y="0"/>
            <a:ext cx="9144000" cy="5062800"/>
          </a:xfrm>
          <a:prstGeom prst="foldedCorner">
            <a:avLst>
              <a:gd fmla="val 26236" name="adj"/>
            </a:avLst>
          </a:prstGeom>
          <a:solidFill>
            <a:srgbClr val="9900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0" name="Google Shape;620;p77"/>
          <p:cNvPicPr preferRelativeResize="0"/>
          <p:nvPr/>
        </p:nvPicPr>
        <p:blipFill rotWithShape="1">
          <a:blip r:embed="rId2">
            <a:alphaModFix/>
          </a:blip>
          <a:srcRect b="0" l="0" r="0" t="0"/>
          <a:stretch/>
        </p:blipFill>
        <p:spPr>
          <a:xfrm>
            <a:off x="8401052" y="4694021"/>
            <a:ext cx="675724" cy="313099"/>
          </a:xfrm>
          <a:prstGeom prst="rect">
            <a:avLst/>
          </a:prstGeom>
          <a:noFill/>
          <a:ln>
            <a:noFill/>
          </a:ln>
        </p:spPr>
      </p:pic>
      <p:cxnSp>
        <p:nvCxnSpPr>
          <p:cNvPr id="621" name="Google Shape;621;p77"/>
          <p:cNvCxnSpPr/>
          <p:nvPr/>
        </p:nvCxnSpPr>
        <p:spPr>
          <a:xfrm>
            <a:off x="0" y="5107925"/>
            <a:ext cx="9144000" cy="0"/>
          </a:xfrm>
          <a:prstGeom prst="straightConnector1">
            <a:avLst/>
          </a:prstGeom>
          <a:noFill/>
          <a:ln cap="flat" cmpd="sng" w="76200">
            <a:solidFill>
              <a:srgbClr val="434343"/>
            </a:solidFill>
            <a:prstDash val="solid"/>
            <a:round/>
            <a:headEnd len="sm" w="sm" type="none"/>
            <a:tailEnd len="sm" w="sm" type="none"/>
          </a:ln>
        </p:spPr>
      </p:cxnSp>
      <p:sp>
        <p:nvSpPr>
          <p:cNvPr id="622" name="Google Shape;622;p77"/>
          <p:cNvSpPr txBox="1"/>
          <p:nvPr>
            <p:ph type="ctrTitle"/>
          </p:nvPr>
        </p:nvSpPr>
        <p:spPr>
          <a:xfrm>
            <a:off x="685800" y="1583356"/>
            <a:ext cx="7772400" cy="210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6000"/>
              <a:buFont typeface="Proxima Nova"/>
              <a:buNone/>
              <a:defRPr b="0" sz="6000">
                <a:solidFill>
                  <a:srgbClr val="FFFFFF"/>
                </a:solidFill>
                <a:latin typeface="Proxima Nova"/>
                <a:ea typeface="Proxima Nova"/>
                <a:cs typeface="Proxima Nova"/>
                <a:sym typeface="Proxima Nova"/>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623" name="Google Shape;623;p77"/>
          <p:cNvSpPr txBox="1"/>
          <p:nvPr>
            <p:ph idx="12" type="sldNum"/>
          </p:nvPr>
        </p:nvSpPr>
        <p:spPr>
          <a:xfrm>
            <a:off x="50" y="4673650"/>
            <a:ext cx="15594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r>
              <a:rPr lang="en"/>
              <a:t> • </a:t>
            </a:r>
            <a:r>
              <a:rPr lang="en">
                <a:solidFill>
                  <a:srgbClr val="FFFFFF"/>
                </a:solidFill>
              </a:rPr>
              <a:t>co</a:t>
            </a:r>
            <a:r>
              <a:rPr lang="en"/>
              <a:t>opcareers.org</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_1_1_1_1 1">
  <p:cSld name="TITLE_1_1_1_1_1_5">
    <p:spTree>
      <p:nvGrpSpPr>
        <p:cNvPr id="624" name="Shape 624"/>
        <p:cNvGrpSpPr/>
        <p:nvPr/>
      </p:nvGrpSpPr>
      <p:grpSpPr>
        <a:xfrm>
          <a:off x="0" y="0"/>
          <a:ext cx="0" cy="0"/>
          <a:chOff x="0" y="0"/>
          <a:chExt cx="0" cy="0"/>
        </a:xfrm>
      </p:grpSpPr>
      <p:sp>
        <p:nvSpPr>
          <p:cNvPr id="625" name="Google Shape;625;p78"/>
          <p:cNvSpPr/>
          <p:nvPr/>
        </p:nvSpPr>
        <p:spPr>
          <a:xfrm>
            <a:off x="0" y="0"/>
            <a:ext cx="9144000" cy="5062800"/>
          </a:xfrm>
          <a:prstGeom prst="foldedCorner">
            <a:avLst>
              <a:gd fmla="val 26236" name="adj"/>
            </a:avLst>
          </a:prstGeom>
          <a:solidFill>
            <a:srgbClr val="9900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6" name="Google Shape;626;p78"/>
          <p:cNvPicPr preferRelativeResize="0"/>
          <p:nvPr/>
        </p:nvPicPr>
        <p:blipFill rotWithShape="1">
          <a:blip r:embed="rId2">
            <a:alphaModFix/>
          </a:blip>
          <a:srcRect b="0" l="0" r="0" t="0"/>
          <a:stretch/>
        </p:blipFill>
        <p:spPr>
          <a:xfrm>
            <a:off x="8401052" y="4694021"/>
            <a:ext cx="675724" cy="313099"/>
          </a:xfrm>
          <a:prstGeom prst="rect">
            <a:avLst/>
          </a:prstGeom>
          <a:noFill/>
          <a:ln>
            <a:noFill/>
          </a:ln>
        </p:spPr>
      </p:pic>
      <p:cxnSp>
        <p:nvCxnSpPr>
          <p:cNvPr id="627" name="Google Shape;627;p78"/>
          <p:cNvCxnSpPr/>
          <p:nvPr/>
        </p:nvCxnSpPr>
        <p:spPr>
          <a:xfrm>
            <a:off x="0" y="5107925"/>
            <a:ext cx="9144000" cy="0"/>
          </a:xfrm>
          <a:prstGeom prst="straightConnector1">
            <a:avLst/>
          </a:prstGeom>
          <a:noFill/>
          <a:ln cap="flat" cmpd="sng" w="76200">
            <a:solidFill>
              <a:srgbClr val="434343"/>
            </a:solidFill>
            <a:prstDash val="solid"/>
            <a:round/>
            <a:headEnd len="sm" w="sm" type="none"/>
            <a:tailEnd len="sm" w="sm" type="none"/>
          </a:ln>
        </p:spPr>
      </p:cxnSp>
      <p:sp>
        <p:nvSpPr>
          <p:cNvPr id="628" name="Google Shape;628;p78"/>
          <p:cNvSpPr txBox="1"/>
          <p:nvPr>
            <p:ph type="ctrTitle"/>
          </p:nvPr>
        </p:nvSpPr>
        <p:spPr>
          <a:xfrm>
            <a:off x="685800" y="1583356"/>
            <a:ext cx="7772400" cy="210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6000"/>
              <a:buFont typeface="Proxima Nova"/>
              <a:buNone/>
              <a:defRPr b="0" sz="6000">
                <a:solidFill>
                  <a:srgbClr val="FFFFFF"/>
                </a:solidFill>
                <a:latin typeface="Proxima Nova"/>
                <a:ea typeface="Proxima Nova"/>
                <a:cs typeface="Proxima Nova"/>
                <a:sym typeface="Proxima Nova"/>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629" name="Google Shape;629;p78"/>
          <p:cNvSpPr txBox="1"/>
          <p:nvPr>
            <p:ph idx="12" type="sldNum"/>
          </p:nvPr>
        </p:nvSpPr>
        <p:spPr>
          <a:xfrm>
            <a:off x="50" y="4673650"/>
            <a:ext cx="15594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r>
              <a:rPr lang="en"/>
              <a:t> • </a:t>
            </a:r>
            <a:r>
              <a:rPr lang="en">
                <a:solidFill>
                  <a:srgbClr val="FFFFFF"/>
                </a:solidFill>
              </a:rPr>
              <a:t>co</a:t>
            </a:r>
            <a:r>
              <a:rPr lang="en"/>
              <a:t>opcareers.org</a:t>
            </a:r>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_1_1_1">
  <p:cSld name="TITLE_1_1_1_1_4">
    <p:spTree>
      <p:nvGrpSpPr>
        <p:cNvPr id="630" name="Shape 630"/>
        <p:cNvGrpSpPr/>
        <p:nvPr/>
      </p:nvGrpSpPr>
      <p:grpSpPr>
        <a:xfrm>
          <a:off x="0" y="0"/>
          <a:ext cx="0" cy="0"/>
          <a:chOff x="0" y="0"/>
          <a:chExt cx="0" cy="0"/>
        </a:xfrm>
      </p:grpSpPr>
      <p:sp>
        <p:nvSpPr>
          <p:cNvPr id="631" name="Google Shape;631;p79"/>
          <p:cNvSpPr/>
          <p:nvPr/>
        </p:nvSpPr>
        <p:spPr>
          <a:xfrm>
            <a:off x="0" y="0"/>
            <a:ext cx="9144000" cy="5062800"/>
          </a:xfrm>
          <a:prstGeom prst="foldedCorner">
            <a:avLst>
              <a:gd fmla="val 26236" name="adj"/>
            </a:avLst>
          </a:prstGeom>
          <a:solidFill>
            <a:srgbClr val="336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32" name="Google Shape;632;p79"/>
          <p:cNvPicPr preferRelativeResize="0"/>
          <p:nvPr/>
        </p:nvPicPr>
        <p:blipFill rotWithShape="1">
          <a:blip r:embed="rId2">
            <a:alphaModFix/>
          </a:blip>
          <a:srcRect b="0" l="0" r="0" t="0"/>
          <a:stretch/>
        </p:blipFill>
        <p:spPr>
          <a:xfrm>
            <a:off x="8401052" y="4694021"/>
            <a:ext cx="675724" cy="313099"/>
          </a:xfrm>
          <a:prstGeom prst="rect">
            <a:avLst/>
          </a:prstGeom>
          <a:noFill/>
          <a:ln>
            <a:noFill/>
          </a:ln>
        </p:spPr>
      </p:pic>
      <p:cxnSp>
        <p:nvCxnSpPr>
          <p:cNvPr id="633" name="Google Shape;633;p79"/>
          <p:cNvCxnSpPr/>
          <p:nvPr/>
        </p:nvCxnSpPr>
        <p:spPr>
          <a:xfrm>
            <a:off x="0" y="5107925"/>
            <a:ext cx="9144000" cy="0"/>
          </a:xfrm>
          <a:prstGeom prst="straightConnector1">
            <a:avLst/>
          </a:prstGeom>
          <a:noFill/>
          <a:ln cap="flat" cmpd="sng" w="76200">
            <a:solidFill>
              <a:srgbClr val="434343"/>
            </a:solidFill>
            <a:prstDash val="solid"/>
            <a:round/>
            <a:headEnd len="sm" w="sm" type="none"/>
            <a:tailEnd len="sm" w="sm" type="none"/>
          </a:ln>
        </p:spPr>
      </p:cxnSp>
      <p:sp>
        <p:nvSpPr>
          <p:cNvPr id="634" name="Google Shape;634;p79"/>
          <p:cNvSpPr txBox="1"/>
          <p:nvPr>
            <p:ph type="ctrTitle"/>
          </p:nvPr>
        </p:nvSpPr>
        <p:spPr>
          <a:xfrm>
            <a:off x="685800" y="1583356"/>
            <a:ext cx="7772400" cy="210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6000"/>
              <a:buFont typeface="Proxima Nova"/>
              <a:buNone/>
              <a:defRPr b="0" sz="6000">
                <a:solidFill>
                  <a:srgbClr val="FFFFFF"/>
                </a:solidFill>
                <a:latin typeface="Proxima Nova"/>
                <a:ea typeface="Proxima Nova"/>
                <a:cs typeface="Proxima Nova"/>
                <a:sym typeface="Proxima Nova"/>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635" name="Google Shape;635;p79"/>
          <p:cNvSpPr txBox="1"/>
          <p:nvPr>
            <p:ph idx="12" type="sldNum"/>
          </p:nvPr>
        </p:nvSpPr>
        <p:spPr>
          <a:xfrm>
            <a:off x="50" y="4673650"/>
            <a:ext cx="15594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r>
              <a:rPr lang="en"/>
              <a:t> • </a:t>
            </a:r>
            <a:r>
              <a:rPr lang="en">
                <a:solidFill>
                  <a:srgbClr val="FFFFFF"/>
                </a:solidFill>
              </a:rPr>
              <a:t>co</a:t>
            </a:r>
            <a:r>
              <a:rPr lang="en"/>
              <a:t>opcareers.org</a:t>
            </a:r>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_2">
    <p:spTree>
      <p:nvGrpSpPr>
        <p:cNvPr id="636" name="Shape 636"/>
        <p:cNvGrpSpPr/>
        <p:nvPr/>
      </p:nvGrpSpPr>
      <p:grpSpPr>
        <a:xfrm>
          <a:off x="0" y="0"/>
          <a:ext cx="0" cy="0"/>
          <a:chOff x="0" y="0"/>
          <a:chExt cx="0" cy="0"/>
        </a:xfrm>
      </p:grpSpPr>
      <p:sp>
        <p:nvSpPr>
          <p:cNvPr id="637" name="Google Shape;637;p80"/>
          <p:cNvSpPr/>
          <p:nvPr/>
        </p:nvSpPr>
        <p:spPr>
          <a:xfrm>
            <a:off x="0" y="0"/>
            <a:ext cx="9144000" cy="5062800"/>
          </a:xfrm>
          <a:prstGeom prst="foldedCorner">
            <a:avLst>
              <a:gd fmla="val 26236" name="adj"/>
            </a:avLst>
          </a:prstGeom>
          <a:solidFill>
            <a:srgbClr val="CC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80"/>
          <p:cNvSpPr txBox="1"/>
          <p:nvPr>
            <p:ph type="ctrTitle"/>
          </p:nvPr>
        </p:nvSpPr>
        <p:spPr>
          <a:xfrm>
            <a:off x="685800" y="1583356"/>
            <a:ext cx="7772400" cy="210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6000"/>
              <a:buFont typeface="Proxima Nova"/>
              <a:buNone/>
              <a:defRPr b="0" sz="6000">
                <a:solidFill>
                  <a:srgbClr val="FFFFFF"/>
                </a:solidFill>
                <a:latin typeface="Proxima Nova"/>
                <a:ea typeface="Proxima Nova"/>
                <a:cs typeface="Proxima Nova"/>
                <a:sym typeface="Proxima Nova"/>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pic>
        <p:nvPicPr>
          <p:cNvPr id="639" name="Google Shape;639;p80"/>
          <p:cNvPicPr preferRelativeResize="0"/>
          <p:nvPr/>
        </p:nvPicPr>
        <p:blipFill rotWithShape="1">
          <a:blip r:embed="rId2">
            <a:alphaModFix/>
          </a:blip>
          <a:srcRect b="0" l="0" r="0" t="0"/>
          <a:stretch/>
        </p:blipFill>
        <p:spPr>
          <a:xfrm>
            <a:off x="8401052" y="4694021"/>
            <a:ext cx="675724" cy="313099"/>
          </a:xfrm>
          <a:prstGeom prst="rect">
            <a:avLst/>
          </a:prstGeom>
          <a:noFill/>
          <a:ln>
            <a:noFill/>
          </a:ln>
        </p:spPr>
      </p:pic>
      <p:cxnSp>
        <p:nvCxnSpPr>
          <p:cNvPr id="640" name="Google Shape;640;p80"/>
          <p:cNvCxnSpPr/>
          <p:nvPr/>
        </p:nvCxnSpPr>
        <p:spPr>
          <a:xfrm>
            <a:off x="0" y="5107925"/>
            <a:ext cx="9144000" cy="0"/>
          </a:xfrm>
          <a:prstGeom prst="straightConnector1">
            <a:avLst/>
          </a:prstGeom>
          <a:noFill/>
          <a:ln cap="flat" cmpd="sng" w="76200">
            <a:solidFill>
              <a:srgbClr val="434343"/>
            </a:solidFill>
            <a:prstDash val="solid"/>
            <a:round/>
            <a:headEnd len="sm" w="sm" type="none"/>
            <a:tailEnd len="sm" w="sm" type="none"/>
          </a:ln>
        </p:spPr>
      </p:cxnSp>
      <p:sp>
        <p:nvSpPr>
          <p:cNvPr id="641" name="Google Shape;641;p80"/>
          <p:cNvSpPr txBox="1"/>
          <p:nvPr>
            <p:ph idx="12" type="sldNum"/>
          </p:nvPr>
        </p:nvSpPr>
        <p:spPr>
          <a:xfrm>
            <a:off x="50" y="4673650"/>
            <a:ext cx="15594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r>
              <a:rPr lang="en"/>
              <a:t> • </a:t>
            </a:r>
            <a:r>
              <a:rPr lang="en">
                <a:solidFill>
                  <a:srgbClr val="FFFFFF"/>
                </a:solidFill>
              </a:rPr>
              <a:t>co</a:t>
            </a:r>
            <a:r>
              <a:rPr lang="en"/>
              <a:t>opcareers.org</a:t>
            </a:r>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_1_1">
  <p:cSld name="TITLE_1_1_1_4">
    <p:spTree>
      <p:nvGrpSpPr>
        <p:cNvPr id="642" name="Shape 642"/>
        <p:cNvGrpSpPr/>
        <p:nvPr/>
      </p:nvGrpSpPr>
      <p:grpSpPr>
        <a:xfrm>
          <a:off x="0" y="0"/>
          <a:ext cx="0" cy="0"/>
          <a:chOff x="0" y="0"/>
          <a:chExt cx="0" cy="0"/>
        </a:xfrm>
      </p:grpSpPr>
      <p:sp>
        <p:nvSpPr>
          <p:cNvPr id="643" name="Google Shape;643;p81"/>
          <p:cNvSpPr/>
          <p:nvPr/>
        </p:nvSpPr>
        <p:spPr>
          <a:xfrm>
            <a:off x="0" y="0"/>
            <a:ext cx="9144000" cy="5062800"/>
          </a:xfrm>
          <a:prstGeom prst="foldedCorner">
            <a:avLst>
              <a:gd fmla="val 26236" name="adj"/>
            </a:avLst>
          </a:prstGeom>
          <a:solidFill>
            <a:srgbClr val="009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44" name="Google Shape;644;p81"/>
          <p:cNvPicPr preferRelativeResize="0"/>
          <p:nvPr/>
        </p:nvPicPr>
        <p:blipFill rotWithShape="1">
          <a:blip r:embed="rId2">
            <a:alphaModFix/>
          </a:blip>
          <a:srcRect b="0" l="0" r="0" t="0"/>
          <a:stretch/>
        </p:blipFill>
        <p:spPr>
          <a:xfrm>
            <a:off x="8401052" y="4694021"/>
            <a:ext cx="675724" cy="313099"/>
          </a:xfrm>
          <a:prstGeom prst="rect">
            <a:avLst/>
          </a:prstGeom>
          <a:noFill/>
          <a:ln>
            <a:noFill/>
          </a:ln>
        </p:spPr>
      </p:pic>
      <p:cxnSp>
        <p:nvCxnSpPr>
          <p:cNvPr id="645" name="Google Shape;645;p81"/>
          <p:cNvCxnSpPr/>
          <p:nvPr/>
        </p:nvCxnSpPr>
        <p:spPr>
          <a:xfrm>
            <a:off x="0" y="5107925"/>
            <a:ext cx="9144000" cy="0"/>
          </a:xfrm>
          <a:prstGeom prst="straightConnector1">
            <a:avLst/>
          </a:prstGeom>
          <a:noFill/>
          <a:ln cap="flat" cmpd="sng" w="76200">
            <a:solidFill>
              <a:srgbClr val="434343"/>
            </a:solidFill>
            <a:prstDash val="solid"/>
            <a:round/>
            <a:headEnd len="sm" w="sm" type="none"/>
            <a:tailEnd len="sm" w="sm" type="none"/>
          </a:ln>
        </p:spPr>
      </p:cxnSp>
      <p:sp>
        <p:nvSpPr>
          <p:cNvPr id="646" name="Google Shape;646;p81"/>
          <p:cNvSpPr txBox="1"/>
          <p:nvPr>
            <p:ph type="ctrTitle"/>
          </p:nvPr>
        </p:nvSpPr>
        <p:spPr>
          <a:xfrm>
            <a:off x="685800" y="1583356"/>
            <a:ext cx="7772400" cy="2103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6000"/>
              <a:buFont typeface="Proxima Nova"/>
              <a:buNone/>
              <a:defRPr b="0" sz="6000">
                <a:solidFill>
                  <a:srgbClr val="FFFFFF"/>
                </a:solidFill>
                <a:latin typeface="Proxima Nova"/>
                <a:ea typeface="Proxima Nova"/>
                <a:cs typeface="Proxima Nova"/>
                <a:sym typeface="Proxima Nova"/>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647" name="Google Shape;647;p81"/>
          <p:cNvSpPr txBox="1"/>
          <p:nvPr>
            <p:ph idx="12" type="sldNum"/>
          </p:nvPr>
        </p:nvSpPr>
        <p:spPr>
          <a:xfrm>
            <a:off x="50" y="4673650"/>
            <a:ext cx="15594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000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r>
              <a:rPr lang="en"/>
              <a:t> • </a:t>
            </a:r>
            <a:r>
              <a:rPr lang="en">
                <a:solidFill>
                  <a:srgbClr val="FFFFFF"/>
                </a:solidFill>
              </a:rPr>
              <a:t>co</a:t>
            </a:r>
            <a:r>
              <a:rPr lang="en"/>
              <a:t>opcareers.org</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80" Type="http://schemas.openxmlformats.org/officeDocument/2006/relationships/slideLayout" Target="../slideLayouts/slideLayout79.xml"/><Relationship Id="rId82" Type="http://schemas.openxmlformats.org/officeDocument/2006/relationships/theme" Target="../theme/theme1.xml"/><Relationship Id="rId81" Type="http://schemas.openxmlformats.org/officeDocument/2006/relationships/slideLayout" Target="../slideLayouts/slideLayout80.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75" Type="http://schemas.openxmlformats.org/officeDocument/2006/relationships/slideLayout" Target="../slideLayouts/slideLayout74.xml"/><Relationship Id="rId30" Type="http://schemas.openxmlformats.org/officeDocument/2006/relationships/slideLayout" Target="../slideLayouts/slideLayout29.xml"/><Relationship Id="rId74" Type="http://schemas.openxmlformats.org/officeDocument/2006/relationships/slideLayout" Target="../slideLayouts/slideLayout73.xml"/><Relationship Id="rId33" Type="http://schemas.openxmlformats.org/officeDocument/2006/relationships/slideLayout" Target="../slideLayouts/slideLayout32.xml"/><Relationship Id="rId77" Type="http://schemas.openxmlformats.org/officeDocument/2006/relationships/slideLayout" Target="../slideLayouts/slideLayout76.xml"/><Relationship Id="rId32" Type="http://schemas.openxmlformats.org/officeDocument/2006/relationships/slideLayout" Target="../slideLayouts/slideLayout31.xml"/><Relationship Id="rId76" Type="http://schemas.openxmlformats.org/officeDocument/2006/relationships/slideLayout" Target="../slideLayouts/slideLayout75.xml"/><Relationship Id="rId35" Type="http://schemas.openxmlformats.org/officeDocument/2006/relationships/slideLayout" Target="../slideLayouts/slideLayout34.xml"/><Relationship Id="rId79" Type="http://schemas.openxmlformats.org/officeDocument/2006/relationships/slideLayout" Target="../slideLayouts/slideLayout78.xml"/><Relationship Id="rId34" Type="http://schemas.openxmlformats.org/officeDocument/2006/relationships/slideLayout" Target="../slideLayouts/slideLayout33.xml"/><Relationship Id="rId78" Type="http://schemas.openxmlformats.org/officeDocument/2006/relationships/slideLayout" Target="../slideLayouts/slideLayout77.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31725" y="368825"/>
            <a:ext cx="8280600" cy="5727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dk1"/>
              </a:buClr>
              <a:buSzPts val="2800"/>
              <a:buFont typeface="Inter Black"/>
              <a:buNone/>
              <a:defRPr sz="2800">
                <a:solidFill>
                  <a:schemeClr val="dk1"/>
                </a:solidFill>
                <a:latin typeface="Inter Black"/>
                <a:ea typeface="Inter Black"/>
                <a:cs typeface="Inter Black"/>
                <a:sym typeface="Inter Black"/>
              </a:defRPr>
            </a:lvl1pPr>
            <a:lvl2pPr lvl="1" rtl="0">
              <a:spcBef>
                <a:spcPts val="0"/>
              </a:spcBef>
              <a:spcAft>
                <a:spcPts val="0"/>
              </a:spcAft>
              <a:buClr>
                <a:schemeClr val="dk1"/>
              </a:buClr>
              <a:buSzPts val="2800"/>
              <a:buFont typeface="Inter Black"/>
              <a:buNone/>
              <a:defRPr sz="2800">
                <a:solidFill>
                  <a:schemeClr val="dk1"/>
                </a:solidFill>
                <a:latin typeface="Inter Black"/>
                <a:ea typeface="Inter Black"/>
                <a:cs typeface="Inter Black"/>
                <a:sym typeface="Inter Black"/>
              </a:defRPr>
            </a:lvl2pPr>
            <a:lvl3pPr lvl="2" rtl="0">
              <a:spcBef>
                <a:spcPts val="0"/>
              </a:spcBef>
              <a:spcAft>
                <a:spcPts val="0"/>
              </a:spcAft>
              <a:buClr>
                <a:schemeClr val="dk1"/>
              </a:buClr>
              <a:buSzPts val="2800"/>
              <a:buFont typeface="Inter Black"/>
              <a:buNone/>
              <a:defRPr sz="2800">
                <a:solidFill>
                  <a:schemeClr val="dk1"/>
                </a:solidFill>
                <a:latin typeface="Inter Black"/>
                <a:ea typeface="Inter Black"/>
                <a:cs typeface="Inter Black"/>
                <a:sym typeface="Inter Black"/>
              </a:defRPr>
            </a:lvl3pPr>
            <a:lvl4pPr lvl="3" rtl="0">
              <a:spcBef>
                <a:spcPts val="0"/>
              </a:spcBef>
              <a:spcAft>
                <a:spcPts val="0"/>
              </a:spcAft>
              <a:buClr>
                <a:schemeClr val="dk1"/>
              </a:buClr>
              <a:buSzPts val="2800"/>
              <a:buFont typeface="Inter Black"/>
              <a:buNone/>
              <a:defRPr sz="2800">
                <a:solidFill>
                  <a:schemeClr val="dk1"/>
                </a:solidFill>
                <a:latin typeface="Inter Black"/>
                <a:ea typeface="Inter Black"/>
                <a:cs typeface="Inter Black"/>
                <a:sym typeface="Inter Black"/>
              </a:defRPr>
            </a:lvl4pPr>
            <a:lvl5pPr lvl="4" rtl="0">
              <a:spcBef>
                <a:spcPts val="0"/>
              </a:spcBef>
              <a:spcAft>
                <a:spcPts val="0"/>
              </a:spcAft>
              <a:buClr>
                <a:schemeClr val="dk1"/>
              </a:buClr>
              <a:buSzPts val="2800"/>
              <a:buFont typeface="Inter Black"/>
              <a:buNone/>
              <a:defRPr sz="2800">
                <a:solidFill>
                  <a:schemeClr val="dk1"/>
                </a:solidFill>
                <a:latin typeface="Inter Black"/>
                <a:ea typeface="Inter Black"/>
                <a:cs typeface="Inter Black"/>
                <a:sym typeface="Inter Black"/>
              </a:defRPr>
            </a:lvl5pPr>
            <a:lvl6pPr lvl="5" rtl="0">
              <a:spcBef>
                <a:spcPts val="0"/>
              </a:spcBef>
              <a:spcAft>
                <a:spcPts val="0"/>
              </a:spcAft>
              <a:buClr>
                <a:schemeClr val="dk1"/>
              </a:buClr>
              <a:buSzPts val="2800"/>
              <a:buFont typeface="Inter Black"/>
              <a:buNone/>
              <a:defRPr sz="2800">
                <a:solidFill>
                  <a:schemeClr val="dk1"/>
                </a:solidFill>
                <a:latin typeface="Inter Black"/>
                <a:ea typeface="Inter Black"/>
                <a:cs typeface="Inter Black"/>
                <a:sym typeface="Inter Black"/>
              </a:defRPr>
            </a:lvl6pPr>
            <a:lvl7pPr lvl="6" rtl="0">
              <a:spcBef>
                <a:spcPts val="0"/>
              </a:spcBef>
              <a:spcAft>
                <a:spcPts val="0"/>
              </a:spcAft>
              <a:buClr>
                <a:schemeClr val="dk1"/>
              </a:buClr>
              <a:buSzPts val="2800"/>
              <a:buFont typeface="Inter Black"/>
              <a:buNone/>
              <a:defRPr sz="2800">
                <a:solidFill>
                  <a:schemeClr val="dk1"/>
                </a:solidFill>
                <a:latin typeface="Inter Black"/>
                <a:ea typeface="Inter Black"/>
                <a:cs typeface="Inter Black"/>
                <a:sym typeface="Inter Black"/>
              </a:defRPr>
            </a:lvl7pPr>
            <a:lvl8pPr lvl="7" rtl="0">
              <a:spcBef>
                <a:spcPts val="0"/>
              </a:spcBef>
              <a:spcAft>
                <a:spcPts val="0"/>
              </a:spcAft>
              <a:buClr>
                <a:schemeClr val="dk1"/>
              </a:buClr>
              <a:buSzPts val="2800"/>
              <a:buFont typeface="Inter Black"/>
              <a:buNone/>
              <a:defRPr sz="2800">
                <a:solidFill>
                  <a:schemeClr val="dk1"/>
                </a:solidFill>
                <a:latin typeface="Inter Black"/>
                <a:ea typeface="Inter Black"/>
                <a:cs typeface="Inter Black"/>
                <a:sym typeface="Inter Black"/>
              </a:defRPr>
            </a:lvl8pPr>
            <a:lvl9pPr lvl="8" rtl="0">
              <a:spcBef>
                <a:spcPts val="0"/>
              </a:spcBef>
              <a:spcAft>
                <a:spcPts val="0"/>
              </a:spcAft>
              <a:buClr>
                <a:schemeClr val="dk1"/>
              </a:buClr>
              <a:buSzPts val="2800"/>
              <a:buFont typeface="Inter Black"/>
              <a:buNone/>
              <a:defRPr sz="2800">
                <a:solidFill>
                  <a:schemeClr val="dk1"/>
                </a:solidFill>
                <a:latin typeface="Inter Black"/>
                <a:ea typeface="Inter Black"/>
                <a:cs typeface="Inter Black"/>
                <a:sym typeface="Inter Black"/>
              </a:defRPr>
            </a:lvl9pPr>
          </a:lstStyle>
          <a:p/>
        </p:txBody>
      </p:sp>
      <p:sp>
        <p:nvSpPr>
          <p:cNvPr id="7" name="Google Shape;7;p1"/>
          <p:cNvSpPr txBox="1"/>
          <p:nvPr>
            <p:ph idx="1" type="body"/>
          </p:nvPr>
        </p:nvSpPr>
        <p:spPr>
          <a:xfrm>
            <a:off x="431725" y="1152475"/>
            <a:ext cx="8280600" cy="3416400"/>
          </a:xfrm>
          <a:prstGeom prst="rect">
            <a:avLst/>
          </a:prstGeom>
          <a:noFill/>
          <a:ln>
            <a:noFill/>
          </a:ln>
        </p:spPr>
        <p:txBody>
          <a:bodyPr anchorCtr="0" anchor="t" bIns="0" lIns="0" spcFirstLastPara="1" rIns="0" wrap="square" tIns="0">
            <a:noAutofit/>
          </a:bodyPr>
          <a:lstStyle>
            <a:lvl1pPr indent="-330200" lvl="0" marL="457200" rtl="0">
              <a:lnSpc>
                <a:spcPct val="105000"/>
              </a:lnSpc>
              <a:spcBef>
                <a:spcPts val="0"/>
              </a:spcBef>
              <a:spcAft>
                <a:spcPts val="0"/>
              </a:spcAft>
              <a:buClr>
                <a:schemeClr val="accent1"/>
              </a:buClr>
              <a:buSzPts val="1600"/>
              <a:buFont typeface="Inter"/>
              <a:buChar char="●"/>
              <a:defRPr sz="1600">
                <a:solidFill>
                  <a:schemeClr val="dk2"/>
                </a:solidFill>
                <a:latin typeface="Inter"/>
                <a:ea typeface="Inter"/>
                <a:cs typeface="Inter"/>
                <a:sym typeface="Inter"/>
              </a:defRPr>
            </a:lvl1pPr>
            <a:lvl2pPr indent="-330200" lvl="1" marL="914400" rtl="0">
              <a:lnSpc>
                <a:spcPct val="105000"/>
              </a:lnSpc>
              <a:spcBef>
                <a:spcPts val="1000"/>
              </a:spcBef>
              <a:spcAft>
                <a:spcPts val="0"/>
              </a:spcAft>
              <a:buClr>
                <a:schemeClr val="accent1"/>
              </a:buClr>
              <a:buSzPts val="1600"/>
              <a:buFont typeface="Inter"/>
              <a:buChar char="●"/>
              <a:defRPr sz="1600">
                <a:solidFill>
                  <a:schemeClr val="dk2"/>
                </a:solidFill>
                <a:latin typeface="Inter"/>
                <a:ea typeface="Inter"/>
                <a:cs typeface="Inter"/>
                <a:sym typeface="Inter"/>
              </a:defRPr>
            </a:lvl2pPr>
            <a:lvl3pPr indent="-330200" lvl="2" marL="1371600" rtl="0">
              <a:lnSpc>
                <a:spcPct val="105000"/>
              </a:lnSpc>
              <a:spcBef>
                <a:spcPts val="1000"/>
              </a:spcBef>
              <a:spcAft>
                <a:spcPts val="0"/>
              </a:spcAft>
              <a:buClr>
                <a:schemeClr val="accent1"/>
              </a:buClr>
              <a:buSzPts val="1600"/>
              <a:buFont typeface="Inter"/>
              <a:buChar char="●"/>
              <a:defRPr sz="1600">
                <a:solidFill>
                  <a:schemeClr val="dk2"/>
                </a:solidFill>
                <a:latin typeface="Inter"/>
                <a:ea typeface="Inter"/>
                <a:cs typeface="Inter"/>
                <a:sym typeface="Inter"/>
              </a:defRPr>
            </a:lvl3pPr>
            <a:lvl4pPr indent="-330200" lvl="3" marL="1828800" rtl="0">
              <a:lnSpc>
                <a:spcPct val="105000"/>
              </a:lnSpc>
              <a:spcBef>
                <a:spcPts val="1000"/>
              </a:spcBef>
              <a:spcAft>
                <a:spcPts val="0"/>
              </a:spcAft>
              <a:buClr>
                <a:schemeClr val="accent1"/>
              </a:buClr>
              <a:buSzPts val="1600"/>
              <a:buFont typeface="Inter"/>
              <a:buChar char="●"/>
              <a:defRPr sz="1600">
                <a:solidFill>
                  <a:schemeClr val="dk2"/>
                </a:solidFill>
                <a:latin typeface="Inter"/>
                <a:ea typeface="Inter"/>
                <a:cs typeface="Inter"/>
                <a:sym typeface="Inter"/>
              </a:defRPr>
            </a:lvl4pPr>
            <a:lvl5pPr indent="-330200" lvl="4" marL="2286000" rtl="0">
              <a:lnSpc>
                <a:spcPct val="105000"/>
              </a:lnSpc>
              <a:spcBef>
                <a:spcPts val="1000"/>
              </a:spcBef>
              <a:spcAft>
                <a:spcPts val="0"/>
              </a:spcAft>
              <a:buClr>
                <a:schemeClr val="accent1"/>
              </a:buClr>
              <a:buSzPts val="1600"/>
              <a:buFont typeface="Inter"/>
              <a:buChar char="●"/>
              <a:defRPr sz="1600">
                <a:solidFill>
                  <a:schemeClr val="dk2"/>
                </a:solidFill>
                <a:latin typeface="Inter"/>
                <a:ea typeface="Inter"/>
                <a:cs typeface="Inter"/>
                <a:sym typeface="Inter"/>
              </a:defRPr>
            </a:lvl5pPr>
            <a:lvl6pPr indent="-330200" lvl="5" marL="2743200" rtl="0">
              <a:lnSpc>
                <a:spcPct val="105000"/>
              </a:lnSpc>
              <a:spcBef>
                <a:spcPts val="1000"/>
              </a:spcBef>
              <a:spcAft>
                <a:spcPts val="0"/>
              </a:spcAft>
              <a:buClr>
                <a:schemeClr val="accent1"/>
              </a:buClr>
              <a:buSzPts val="1600"/>
              <a:buFont typeface="Inter"/>
              <a:buChar char="●"/>
              <a:defRPr sz="1600">
                <a:solidFill>
                  <a:schemeClr val="dk2"/>
                </a:solidFill>
                <a:latin typeface="Inter"/>
                <a:ea typeface="Inter"/>
                <a:cs typeface="Inter"/>
                <a:sym typeface="Inter"/>
              </a:defRPr>
            </a:lvl6pPr>
            <a:lvl7pPr indent="-330200" lvl="6" marL="3200400" rtl="0">
              <a:lnSpc>
                <a:spcPct val="105000"/>
              </a:lnSpc>
              <a:spcBef>
                <a:spcPts val="1000"/>
              </a:spcBef>
              <a:spcAft>
                <a:spcPts val="0"/>
              </a:spcAft>
              <a:buClr>
                <a:schemeClr val="accent1"/>
              </a:buClr>
              <a:buSzPts val="1600"/>
              <a:buFont typeface="Inter"/>
              <a:buChar char="●"/>
              <a:defRPr sz="1600">
                <a:solidFill>
                  <a:schemeClr val="dk2"/>
                </a:solidFill>
                <a:latin typeface="Inter"/>
                <a:ea typeface="Inter"/>
                <a:cs typeface="Inter"/>
                <a:sym typeface="Inter"/>
              </a:defRPr>
            </a:lvl7pPr>
            <a:lvl8pPr indent="-330200" lvl="7" marL="3657600" rtl="0">
              <a:lnSpc>
                <a:spcPct val="105000"/>
              </a:lnSpc>
              <a:spcBef>
                <a:spcPts val="1000"/>
              </a:spcBef>
              <a:spcAft>
                <a:spcPts val="0"/>
              </a:spcAft>
              <a:buClr>
                <a:schemeClr val="accent1"/>
              </a:buClr>
              <a:buSzPts val="1600"/>
              <a:buFont typeface="Inter"/>
              <a:buChar char="●"/>
              <a:defRPr sz="1600">
                <a:solidFill>
                  <a:schemeClr val="dk2"/>
                </a:solidFill>
                <a:latin typeface="Inter"/>
                <a:ea typeface="Inter"/>
                <a:cs typeface="Inter"/>
                <a:sym typeface="Inter"/>
              </a:defRPr>
            </a:lvl8pPr>
            <a:lvl9pPr indent="-330200" lvl="8" marL="4114800" rtl="0">
              <a:lnSpc>
                <a:spcPct val="105000"/>
              </a:lnSpc>
              <a:spcBef>
                <a:spcPts val="1000"/>
              </a:spcBef>
              <a:spcAft>
                <a:spcPts val="1000"/>
              </a:spcAft>
              <a:buClr>
                <a:schemeClr val="accent1"/>
              </a:buClr>
              <a:buSzPts val="1600"/>
              <a:buFont typeface="Inter"/>
              <a:buChar char="●"/>
              <a:defRPr sz="1600">
                <a:solidFill>
                  <a:schemeClr val="dk2"/>
                </a:solidFill>
                <a:latin typeface="Inter"/>
                <a:ea typeface="Inter"/>
                <a:cs typeface="Inter"/>
                <a:sym typeface="Inter"/>
              </a:defRPr>
            </a:lvl9pPr>
          </a:lstStyle>
          <a:p/>
        </p:txBody>
      </p:sp>
      <p:sp>
        <p:nvSpPr>
          <p:cNvPr id="8" name="Google Shape;8;p1"/>
          <p:cNvSpPr txBox="1"/>
          <p:nvPr>
            <p:ph idx="12" type="sldNum"/>
          </p:nvPr>
        </p:nvSpPr>
        <p:spPr>
          <a:xfrm>
            <a:off x="8320058" y="47394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Inter"/>
                <a:ea typeface="Inter"/>
                <a:cs typeface="Inter"/>
                <a:sym typeface="Inter"/>
              </a:defRPr>
            </a:lvl1pPr>
            <a:lvl2pPr lvl="1" rtl="0" algn="r">
              <a:buNone/>
              <a:defRPr sz="1000">
                <a:solidFill>
                  <a:schemeClr val="dk2"/>
                </a:solidFill>
                <a:latin typeface="Inter"/>
                <a:ea typeface="Inter"/>
                <a:cs typeface="Inter"/>
                <a:sym typeface="Inter"/>
              </a:defRPr>
            </a:lvl2pPr>
            <a:lvl3pPr lvl="2" rtl="0" algn="r">
              <a:buNone/>
              <a:defRPr sz="1000">
                <a:solidFill>
                  <a:schemeClr val="dk2"/>
                </a:solidFill>
                <a:latin typeface="Inter"/>
                <a:ea typeface="Inter"/>
                <a:cs typeface="Inter"/>
                <a:sym typeface="Inter"/>
              </a:defRPr>
            </a:lvl3pPr>
            <a:lvl4pPr lvl="3" rtl="0" algn="r">
              <a:buNone/>
              <a:defRPr sz="1000">
                <a:solidFill>
                  <a:schemeClr val="dk2"/>
                </a:solidFill>
                <a:latin typeface="Inter"/>
                <a:ea typeface="Inter"/>
                <a:cs typeface="Inter"/>
                <a:sym typeface="Inter"/>
              </a:defRPr>
            </a:lvl4pPr>
            <a:lvl5pPr lvl="4" rtl="0" algn="r">
              <a:buNone/>
              <a:defRPr sz="1000">
                <a:solidFill>
                  <a:schemeClr val="dk2"/>
                </a:solidFill>
                <a:latin typeface="Inter"/>
                <a:ea typeface="Inter"/>
                <a:cs typeface="Inter"/>
                <a:sym typeface="Inter"/>
              </a:defRPr>
            </a:lvl5pPr>
            <a:lvl6pPr lvl="5" rtl="0" algn="r">
              <a:buNone/>
              <a:defRPr sz="1000">
                <a:solidFill>
                  <a:schemeClr val="dk2"/>
                </a:solidFill>
                <a:latin typeface="Inter"/>
                <a:ea typeface="Inter"/>
                <a:cs typeface="Inter"/>
                <a:sym typeface="Inter"/>
              </a:defRPr>
            </a:lvl6pPr>
            <a:lvl7pPr lvl="6" rtl="0" algn="r">
              <a:buNone/>
              <a:defRPr sz="1000">
                <a:solidFill>
                  <a:schemeClr val="dk2"/>
                </a:solidFill>
                <a:latin typeface="Inter"/>
                <a:ea typeface="Inter"/>
                <a:cs typeface="Inter"/>
                <a:sym typeface="Inter"/>
              </a:defRPr>
            </a:lvl7pPr>
            <a:lvl8pPr lvl="7" rtl="0" algn="r">
              <a:buNone/>
              <a:defRPr sz="1000">
                <a:solidFill>
                  <a:schemeClr val="dk2"/>
                </a:solidFill>
                <a:latin typeface="Inter"/>
                <a:ea typeface="Inter"/>
                <a:cs typeface="Inter"/>
                <a:sym typeface="Inter"/>
              </a:defRPr>
            </a:lvl8pPr>
            <a:lvl9pPr lvl="8" rtl="0" algn="r">
              <a:buNone/>
              <a:defRPr sz="1000">
                <a:solidFill>
                  <a:schemeClr val="dk2"/>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
            <a:alphaModFix/>
          </a:blip>
          <a:srcRect b="1428" l="0" r="0" t="1428"/>
          <a:stretch/>
        </p:blipFill>
        <p:spPr>
          <a:xfrm>
            <a:off x="311700" y="4681475"/>
            <a:ext cx="1371602" cy="50749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 id="2147483720" r:id="rId74"/>
    <p:sldLayoutId id="2147483721" r:id="rId75"/>
    <p:sldLayoutId id="2147483722" r:id="rId76"/>
    <p:sldLayoutId id="2147483723" r:id="rId77"/>
    <p:sldLayoutId id="2147483724" r:id="rId78"/>
    <p:sldLayoutId id="2147483725" r:id="rId79"/>
    <p:sldLayoutId id="2147483726" r:id="rId80"/>
    <p:sldLayoutId id="2147483727" r:id="rId81"/>
  </p:sldLayoutIdLst>
  <p:transition spd="med">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15.jpg"/><Relationship Id="rId5" Type="http://schemas.openxmlformats.org/officeDocument/2006/relationships/image" Target="../media/image19.jpg"/><Relationship Id="rId6"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82"/>
          <p:cNvSpPr txBox="1"/>
          <p:nvPr>
            <p:ph idx="1" type="subTitle"/>
          </p:nvPr>
        </p:nvSpPr>
        <p:spPr>
          <a:xfrm>
            <a:off x="439625" y="1621075"/>
            <a:ext cx="7285500" cy="319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Exploring Restaurant Inspection Trends</a:t>
            </a:r>
            <a:endParaRPr/>
          </a:p>
        </p:txBody>
      </p:sp>
      <p:sp>
        <p:nvSpPr>
          <p:cNvPr id="653" name="Google Shape;653;p82"/>
          <p:cNvSpPr txBox="1"/>
          <p:nvPr>
            <p:ph type="title"/>
          </p:nvPr>
        </p:nvSpPr>
        <p:spPr>
          <a:xfrm>
            <a:off x="439625" y="2020275"/>
            <a:ext cx="7285500" cy="156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NYC Inspection Analysis</a:t>
            </a:r>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83"/>
          <p:cNvSpPr txBox="1"/>
          <p:nvPr>
            <p:ph idx="9" type="subTitle"/>
          </p:nvPr>
        </p:nvSpPr>
        <p:spPr>
          <a:xfrm>
            <a:off x="431650" y="3147525"/>
            <a:ext cx="1662000" cy="230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Katherin Velazquez</a:t>
            </a:r>
            <a:endParaRPr/>
          </a:p>
        </p:txBody>
      </p:sp>
      <p:sp>
        <p:nvSpPr>
          <p:cNvPr id="659" name="Google Shape;659;p83"/>
          <p:cNvSpPr txBox="1"/>
          <p:nvPr>
            <p:ph type="title"/>
          </p:nvPr>
        </p:nvSpPr>
        <p:spPr>
          <a:xfrm>
            <a:off x="431725" y="368825"/>
            <a:ext cx="828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 to Know the Team</a:t>
            </a:r>
            <a:endParaRPr/>
          </a:p>
        </p:txBody>
      </p:sp>
      <p:sp>
        <p:nvSpPr>
          <p:cNvPr id="660" name="Google Shape;660;p83"/>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661" name="Google Shape;661;p83" title="1734387623716.jpg"/>
          <p:cNvPicPr preferRelativeResize="0"/>
          <p:nvPr>
            <p:ph idx="2" type="pic"/>
          </p:nvPr>
        </p:nvPicPr>
        <p:blipFill rotWithShape="1">
          <a:blip r:embed="rId3">
            <a:alphaModFix/>
          </a:blip>
          <a:srcRect b="10" l="0" r="0" t="10"/>
          <a:stretch/>
        </p:blipFill>
        <p:spPr>
          <a:xfrm>
            <a:off x="431726" y="1182950"/>
            <a:ext cx="1662000" cy="1661700"/>
          </a:xfrm>
          <a:prstGeom prst="ellipse">
            <a:avLst/>
          </a:prstGeom>
        </p:spPr>
      </p:pic>
      <p:pic>
        <p:nvPicPr>
          <p:cNvPr id="662" name="Google Shape;662;p83" title="photo_Teresa_Mei.JPG"/>
          <p:cNvPicPr preferRelativeResize="0"/>
          <p:nvPr>
            <p:ph idx="3" type="pic"/>
          </p:nvPr>
        </p:nvPicPr>
        <p:blipFill rotWithShape="1">
          <a:blip r:embed="rId4">
            <a:alphaModFix/>
          </a:blip>
          <a:srcRect b="2601" l="0" r="0" t="0"/>
          <a:stretch/>
        </p:blipFill>
        <p:spPr>
          <a:xfrm>
            <a:off x="2638025" y="1182950"/>
            <a:ext cx="1662000" cy="1661700"/>
          </a:xfrm>
          <a:prstGeom prst="ellipse">
            <a:avLst/>
          </a:prstGeom>
        </p:spPr>
      </p:pic>
      <p:pic>
        <p:nvPicPr>
          <p:cNvPr id="663" name="Google Shape;663;p83"/>
          <p:cNvPicPr preferRelativeResize="0"/>
          <p:nvPr>
            <p:ph idx="4" type="pic"/>
          </p:nvPr>
        </p:nvPicPr>
        <p:blipFill rotWithShape="1">
          <a:blip r:embed="rId5">
            <a:alphaModFix/>
          </a:blip>
          <a:srcRect b="19159" l="0" r="0" t="19159"/>
          <a:stretch/>
        </p:blipFill>
        <p:spPr>
          <a:xfrm>
            <a:off x="4844292" y="1182950"/>
            <a:ext cx="1662000" cy="1661700"/>
          </a:xfrm>
          <a:prstGeom prst="ellipse">
            <a:avLst/>
          </a:prstGeom>
        </p:spPr>
      </p:pic>
      <p:pic>
        <p:nvPicPr>
          <p:cNvPr id="664" name="Google Shape;664;p83" title="photo_nicholas_chavez.jpg"/>
          <p:cNvPicPr preferRelativeResize="0"/>
          <p:nvPr>
            <p:ph idx="5" type="pic"/>
          </p:nvPr>
        </p:nvPicPr>
        <p:blipFill rotWithShape="1">
          <a:blip r:embed="rId6">
            <a:alphaModFix/>
          </a:blip>
          <a:srcRect b="10" l="0" r="0" t="10"/>
          <a:stretch/>
        </p:blipFill>
        <p:spPr>
          <a:xfrm>
            <a:off x="7050575" y="1182950"/>
            <a:ext cx="1662000" cy="1661700"/>
          </a:xfrm>
          <a:prstGeom prst="ellipse">
            <a:avLst/>
          </a:prstGeom>
        </p:spPr>
      </p:pic>
      <p:sp>
        <p:nvSpPr>
          <p:cNvPr id="665" name="Google Shape;665;p83"/>
          <p:cNvSpPr txBox="1"/>
          <p:nvPr>
            <p:ph idx="1" type="body"/>
          </p:nvPr>
        </p:nvSpPr>
        <p:spPr>
          <a:xfrm>
            <a:off x="431775" y="3420325"/>
            <a:ext cx="1662000" cy="95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she/they </a:t>
            </a:r>
            <a:endParaRPr/>
          </a:p>
        </p:txBody>
      </p:sp>
      <p:sp>
        <p:nvSpPr>
          <p:cNvPr id="666" name="Google Shape;666;p83"/>
          <p:cNvSpPr txBox="1"/>
          <p:nvPr>
            <p:ph idx="6" type="body"/>
          </p:nvPr>
        </p:nvSpPr>
        <p:spPr>
          <a:xfrm>
            <a:off x="2638000" y="3420325"/>
            <a:ext cx="1662000" cy="95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she/her </a:t>
            </a:r>
            <a:endParaRPr/>
          </a:p>
        </p:txBody>
      </p:sp>
      <p:sp>
        <p:nvSpPr>
          <p:cNvPr id="667" name="Google Shape;667;p83"/>
          <p:cNvSpPr txBox="1"/>
          <p:nvPr>
            <p:ph idx="7" type="body"/>
          </p:nvPr>
        </p:nvSpPr>
        <p:spPr>
          <a:xfrm>
            <a:off x="4844225" y="3420325"/>
            <a:ext cx="1662000" cy="95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he/him</a:t>
            </a:r>
            <a:endParaRPr/>
          </a:p>
        </p:txBody>
      </p:sp>
      <p:sp>
        <p:nvSpPr>
          <p:cNvPr id="668" name="Google Shape;668;p83"/>
          <p:cNvSpPr txBox="1"/>
          <p:nvPr>
            <p:ph idx="8" type="body"/>
          </p:nvPr>
        </p:nvSpPr>
        <p:spPr>
          <a:xfrm>
            <a:off x="7050450" y="3420325"/>
            <a:ext cx="1662000" cy="951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he/him</a:t>
            </a:r>
            <a:endParaRPr/>
          </a:p>
          <a:p>
            <a:pPr indent="0" lvl="0" marL="0" rtl="0" algn="l">
              <a:spcBef>
                <a:spcPts val="1000"/>
              </a:spcBef>
              <a:spcAft>
                <a:spcPts val="1000"/>
              </a:spcAft>
              <a:buNone/>
            </a:pPr>
            <a:r>
              <a:t/>
            </a:r>
            <a:endParaRPr/>
          </a:p>
        </p:txBody>
      </p:sp>
      <p:sp>
        <p:nvSpPr>
          <p:cNvPr id="669" name="Google Shape;669;p83"/>
          <p:cNvSpPr txBox="1"/>
          <p:nvPr>
            <p:ph idx="13" type="subTitle"/>
          </p:nvPr>
        </p:nvSpPr>
        <p:spPr>
          <a:xfrm>
            <a:off x="2638025" y="3147525"/>
            <a:ext cx="1662000" cy="230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Teresa Mei</a:t>
            </a:r>
            <a:endParaRPr/>
          </a:p>
        </p:txBody>
      </p:sp>
      <p:sp>
        <p:nvSpPr>
          <p:cNvPr id="670" name="Google Shape;670;p83"/>
          <p:cNvSpPr txBox="1"/>
          <p:nvPr>
            <p:ph idx="14" type="subTitle"/>
          </p:nvPr>
        </p:nvSpPr>
        <p:spPr>
          <a:xfrm>
            <a:off x="4844225" y="3147525"/>
            <a:ext cx="1662000" cy="230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Wesley Guan</a:t>
            </a:r>
            <a:endParaRPr/>
          </a:p>
        </p:txBody>
      </p:sp>
      <p:sp>
        <p:nvSpPr>
          <p:cNvPr id="671" name="Google Shape;671;p83"/>
          <p:cNvSpPr txBox="1"/>
          <p:nvPr>
            <p:ph idx="15" type="subTitle"/>
          </p:nvPr>
        </p:nvSpPr>
        <p:spPr>
          <a:xfrm>
            <a:off x="7050425" y="3147525"/>
            <a:ext cx="1662000" cy="230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Nicholas Chavez</a:t>
            </a:r>
            <a:endParaRPr/>
          </a:p>
        </p:txBody>
      </p:sp>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84"/>
          <p:cNvSpPr txBox="1"/>
          <p:nvPr>
            <p:ph idx="1" type="body"/>
          </p:nvPr>
        </p:nvSpPr>
        <p:spPr>
          <a:xfrm>
            <a:off x="3534925" y="501325"/>
            <a:ext cx="5105100" cy="4238100"/>
          </a:xfrm>
          <a:prstGeom prst="rect">
            <a:avLst/>
          </a:prstGeom>
        </p:spPr>
        <p:txBody>
          <a:bodyPr anchorCtr="0" anchor="ctr" bIns="0" lIns="0" spcFirstLastPara="1" rIns="0" wrap="square" tIns="0">
            <a:noAutofit/>
          </a:bodyPr>
          <a:lstStyle/>
          <a:p>
            <a:pPr indent="-330200" lvl="0" marL="457200" rtl="0" algn="l">
              <a:spcBef>
                <a:spcPts val="0"/>
              </a:spcBef>
              <a:spcAft>
                <a:spcPts val="0"/>
              </a:spcAft>
              <a:buSzPts val="1600"/>
              <a:buChar char="●"/>
            </a:pPr>
            <a:r>
              <a:rPr lang="en"/>
              <a:t>Introductions</a:t>
            </a:r>
            <a:endParaRPr/>
          </a:p>
          <a:p>
            <a:pPr indent="-330200" lvl="0" marL="914400" rtl="0" algn="l">
              <a:spcBef>
                <a:spcPts val="0"/>
              </a:spcBef>
              <a:spcAft>
                <a:spcPts val="0"/>
              </a:spcAft>
              <a:buSzPts val="1600"/>
              <a:buAutoNum type="arabicPeriod"/>
            </a:pPr>
            <a:r>
              <a:rPr lang="en"/>
              <a:t>Get to know the data</a:t>
            </a:r>
            <a:endParaRPr/>
          </a:p>
          <a:p>
            <a:pPr indent="-330200" lvl="0" marL="914400" rtl="0" algn="l">
              <a:spcBef>
                <a:spcPts val="0"/>
              </a:spcBef>
              <a:spcAft>
                <a:spcPts val="0"/>
              </a:spcAft>
              <a:buSzPts val="1600"/>
              <a:buAutoNum type="arabicPeriod"/>
            </a:pPr>
            <a:r>
              <a:rPr lang="en"/>
              <a:t>Client</a:t>
            </a:r>
            <a:endParaRPr/>
          </a:p>
          <a:p>
            <a:pPr indent="-330200" lvl="0" marL="457200" rtl="0" algn="l">
              <a:spcBef>
                <a:spcPts val="0"/>
              </a:spcBef>
              <a:spcAft>
                <a:spcPts val="0"/>
              </a:spcAft>
              <a:buSzPts val="1600"/>
              <a:buChar char="●"/>
            </a:pPr>
            <a:r>
              <a:rPr lang="en"/>
              <a:t>Executive Summary</a:t>
            </a:r>
            <a:endParaRPr/>
          </a:p>
          <a:p>
            <a:pPr indent="-330200" lvl="0" marL="457200" rtl="0" algn="l">
              <a:spcBef>
                <a:spcPts val="0"/>
              </a:spcBef>
              <a:spcAft>
                <a:spcPts val="0"/>
              </a:spcAft>
              <a:buSzPts val="1600"/>
              <a:buChar char="●"/>
            </a:pPr>
            <a:r>
              <a:rPr lang="en"/>
              <a:t>Context</a:t>
            </a:r>
            <a:endParaRPr/>
          </a:p>
          <a:p>
            <a:pPr indent="-330200" lvl="0" marL="457200" rtl="0" algn="l">
              <a:spcBef>
                <a:spcPts val="0"/>
              </a:spcBef>
              <a:spcAft>
                <a:spcPts val="0"/>
              </a:spcAft>
              <a:buSzPts val="1600"/>
              <a:buChar char="●"/>
            </a:pPr>
            <a:r>
              <a:rPr lang="en"/>
              <a:t>Methodology</a:t>
            </a:r>
            <a:endParaRPr/>
          </a:p>
          <a:p>
            <a:pPr indent="-330200" lvl="0" marL="457200" rtl="0" algn="l">
              <a:spcBef>
                <a:spcPts val="0"/>
              </a:spcBef>
              <a:spcAft>
                <a:spcPts val="0"/>
              </a:spcAft>
              <a:buSzPts val="1600"/>
              <a:buChar char="●"/>
            </a:pPr>
            <a:r>
              <a:rPr lang="en"/>
              <a:t>Team Findings</a:t>
            </a:r>
            <a:endParaRPr/>
          </a:p>
          <a:p>
            <a:pPr indent="-330200" lvl="0" marL="457200" rtl="0" algn="l">
              <a:spcBef>
                <a:spcPts val="0"/>
              </a:spcBef>
              <a:spcAft>
                <a:spcPts val="0"/>
              </a:spcAft>
              <a:buSzPts val="1600"/>
              <a:buChar char="●"/>
            </a:pPr>
            <a:r>
              <a:rPr lang="en"/>
              <a:t>Conclusions</a:t>
            </a:r>
            <a:endParaRPr/>
          </a:p>
          <a:p>
            <a:pPr indent="0" lvl="0" marL="457200" rtl="0" algn="l">
              <a:spcBef>
                <a:spcPts val="1000"/>
              </a:spcBef>
              <a:spcAft>
                <a:spcPts val="1000"/>
              </a:spcAft>
              <a:buNone/>
            </a:pPr>
            <a:r>
              <a:t/>
            </a:r>
            <a:endParaRPr/>
          </a:p>
        </p:txBody>
      </p:sp>
      <p:sp>
        <p:nvSpPr>
          <p:cNvPr id="677" name="Google Shape;677;p84"/>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78" name="Google Shape;678;p84"/>
          <p:cNvSpPr txBox="1"/>
          <p:nvPr>
            <p:ph idx="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79" name="Google Shape;679;p84"/>
          <p:cNvSpPr txBox="1"/>
          <p:nvPr>
            <p:ph type="title"/>
          </p:nvPr>
        </p:nvSpPr>
        <p:spPr>
          <a:xfrm>
            <a:off x="431725" y="1000075"/>
            <a:ext cx="2322600" cy="150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Agenda</a:t>
            </a:r>
            <a:endParaRPr/>
          </a:p>
        </p:txBody>
      </p:sp>
      <p:sp>
        <p:nvSpPr>
          <p:cNvPr id="680" name="Google Shape;680;p84"/>
          <p:cNvSpPr txBox="1"/>
          <p:nvPr>
            <p:ph idx="3" type="subTitle"/>
          </p:nvPr>
        </p:nvSpPr>
        <p:spPr>
          <a:xfrm>
            <a:off x="3534925" y="4870025"/>
            <a:ext cx="4629900" cy="18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t/>
            </a:r>
            <a:endParaRPr/>
          </a:p>
        </p:txBody>
      </p:sp>
    </p:spTree>
  </p:cSld>
  <p:clrMapOvr>
    <a:masterClrMapping/>
  </p:clrMapOvr>
  <p:transition spd="med">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85"/>
          <p:cNvSpPr txBox="1"/>
          <p:nvPr>
            <p:ph idx="1" type="body"/>
          </p:nvPr>
        </p:nvSpPr>
        <p:spPr>
          <a:xfrm>
            <a:off x="79700" y="941525"/>
            <a:ext cx="4492200" cy="3624300"/>
          </a:xfrm>
          <a:prstGeom prst="rect">
            <a:avLst/>
          </a:prstGeom>
        </p:spPr>
        <p:txBody>
          <a:bodyPr anchorCtr="0" anchor="t" bIns="0" lIns="0" spcFirstLastPara="1" rIns="0" wrap="square" tIns="0">
            <a:noAutofit/>
          </a:bodyPr>
          <a:lstStyle/>
          <a:p>
            <a:pPr indent="-330200" lvl="0" marL="457200" rtl="0" algn="l">
              <a:spcBef>
                <a:spcPts val="0"/>
              </a:spcBef>
              <a:spcAft>
                <a:spcPts val="0"/>
              </a:spcAft>
              <a:buClr>
                <a:schemeClr val="dk1"/>
              </a:buClr>
              <a:buSzPts val="1600"/>
              <a:buChar char="●"/>
            </a:pPr>
            <a:r>
              <a:rPr b="1" lang="en" sz="1600">
                <a:solidFill>
                  <a:schemeClr val="dk1"/>
                </a:solidFill>
              </a:rPr>
              <a:t>DBA (Doing Business As)</a:t>
            </a:r>
            <a:r>
              <a:rPr lang="en" sz="1600">
                <a:solidFill>
                  <a:schemeClr val="dk1"/>
                </a:solidFill>
              </a:rPr>
              <a:t>: </a:t>
            </a:r>
            <a:r>
              <a:rPr lang="en" sz="1600">
                <a:solidFill>
                  <a:schemeClr val="dk1"/>
                </a:solidFill>
              </a:rPr>
              <a:t>Restaurant</a:t>
            </a:r>
            <a:r>
              <a:rPr lang="en" sz="1600">
                <a:solidFill>
                  <a:schemeClr val="dk1"/>
                </a:solidFill>
              </a:rPr>
              <a:t> name</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Boro</a:t>
            </a:r>
            <a:r>
              <a:rPr lang="en" sz="1600">
                <a:solidFill>
                  <a:schemeClr val="dk1"/>
                </a:solidFill>
              </a:rPr>
              <a:t>: Borough in which restaurant is located in</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Inspection Date</a:t>
            </a:r>
            <a:r>
              <a:rPr lang="en" sz="1600">
                <a:solidFill>
                  <a:schemeClr val="dk1"/>
                </a:solidFill>
              </a:rPr>
              <a:t>: Date of inspection</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Violation Code</a:t>
            </a:r>
            <a:r>
              <a:rPr lang="en" sz="1600">
                <a:solidFill>
                  <a:schemeClr val="dk1"/>
                </a:solidFill>
              </a:rPr>
              <a:t>: The code associated with the violation</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Violation</a:t>
            </a:r>
            <a:r>
              <a:rPr b="1" lang="en" sz="1600">
                <a:solidFill>
                  <a:schemeClr val="dk1"/>
                </a:solidFill>
              </a:rPr>
              <a:t> Description</a:t>
            </a:r>
            <a:r>
              <a:rPr lang="en" sz="1600">
                <a:solidFill>
                  <a:schemeClr val="dk1"/>
                </a:solidFill>
              </a:rPr>
              <a:t>: Description of violation</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Score</a:t>
            </a:r>
            <a:r>
              <a:rPr lang="en" sz="1600">
                <a:solidFill>
                  <a:schemeClr val="dk1"/>
                </a:solidFill>
              </a:rPr>
              <a:t>: Total score for a particular inspection</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Inspection Type</a:t>
            </a:r>
            <a:r>
              <a:rPr lang="en" sz="1600">
                <a:solidFill>
                  <a:schemeClr val="dk1"/>
                </a:solidFill>
              </a:rPr>
              <a:t>: Inspection program and the type of inspection performed </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Grade Score: </a:t>
            </a:r>
            <a:r>
              <a:rPr lang="en" sz="1600">
                <a:solidFill>
                  <a:schemeClr val="dk1"/>
                </a:solidFill>
              </a:rPr>
              <a:t>Density of Grades Held</a:t>
            </a:r>
            <a:endParaRPr sz="1600">
              <a:solidFill>
                <a:schemeClr val="dk1"/>
              </a:solidFill>
            </a:endParaRPr>
          </a:p>
          <a:p>
            <a:pPr indent="0" lvl="0" marL="0" rtl="0" algn="l">
              <a:spcBef>
                <a:spcPts val="1000"/>
              </a:spcBef>
              <a:spcAft>
                <a:spcPts val="0"/>
              </a:spcAft>
              <a:buNone/>
            </a:pPr>
            <a:r>
              <a:t/>
            </a:r>
            <a:endParaRPr sz="1600">
              <a:solidFill>
                <a:schemeClr val="dk1"/>
              </a:solidFill>
            </a:endParaRPr>
          </a:p>
          <a:p>
            <a:pPr indent="0" lvl="0" marL="0" rtl="0" algn="l">
              <a:spcBef>
                <a:spcPts val="1000"/>
              </a:spcBef>
              <a:spcAft>
                <a:spcPts val="1000"/>
              </a:spcAft>
              <a:buNone/>
            </a:pPr>
            <a:r>
              <a:t/>
            </a:r>
            <a:endParaRPr/>
          </a:p>
        </p:txBody>
      </p:sp>
      <p:sp>
        <p:nvSpPr>
          <p:cNvPr id="686" name="Google Shape;686;p85"/>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87" name="Google Shape;687;p85"/>
          <p:cNvSpPr txBox="1"/>
          <p:nvPr>
            <p:ph type="title"/>
          </p:nvPr>
        </p:nvSpPr>
        <p:spPr>
          <a:xfrm>
            <a:off x="431725" y="368825"/>
            <a:ext cx="828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 to Know the Data</a:t>
            </a:r>
            <a:endParaRPr/>
          </a:p>
        </p:txBody>
      </p:sp>
      <p:pic>
        <p:nvPicPr>
          <p:cNvPr id="688" name="Google Shape;688;p85" title="Screenshot 2026-04-12 210233.png"/>
          <p:cNvPicPr preferRelativeResize="0"/>
          <p:nvPr/>
        </p:nvPicPr>
        <p:blipFill>
          <a:blip r:embed="rId3">
            <a:alphaModFix/>
          </a:blip>
          <a:stretch>
            <a:fillRect/>
          </a:stretch>
        </p:blipFill>
        <p:spPr>
          <a:xfrm>
            <a:off x="4571900" y="855100"/>
            <a:ext cx="4416000" cy="32418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86"/>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94" name="Google Shape;694;p86"/>
          <p:cNvSpPr txBox="1"/>
          <p:nvPr>
            <p:ph idx="1" type="body"/>
          </p:nvPr>
        </p:nvSpPr>
        <p:spPr>
          <a:xfrm>
            <a:off x="431700" y="1152475"/>
            <a:ext cx="4140300" cy="3416400"/>
          </a:xfrm>
          <a:prstGeom prst="rect">
            <a:avLst/>
          </a:prstGeom>
        </p:spPr>
        <p:txBody>
          <a:bodyPr anchorCtr="0" anchor="t" bIns="0" lIns="0" spcFirstLastPara="1" rIns="0" wrap="square" tIns="0">
            <a:noAutofit/>
          </a:bodyPr>
          <a:lstStyle/>
          <a:p>
            <a:pPr indent="-317500" lvl="0" marL="457200" rtl="0" algn="l">
              <a:spcBef>
                <a:spcPts val="0"/>
              </a:spcBef>
              <a:spcAft>
                <a:spcPts val="0"/>
              </a:spcAft>
              <a:buSzPts val="1400"/>
              <a:buChar char="●"/>
            </a:pPr>
            <a:r>
              <a:rPr lang="en"/>
              <a:t>Client: NYC community and committee members keeping up policy</a:t>
            </a:r>
            <a:endParaRPr/>
          </a:p>
          <a:p>
            <a:pPr indent="-317500" lvl="0" marL="457200" rtl="0" algn="l">
              <a:spcBef>
                <a:spcPts val="0"/>
              </a:spcBef>
              <a:spcAft>
                <a:spcPts val="0"/>
              </a:spcAft>
              <a:buSzPts val="1400"/>
              <a:buChar char="●"/>
            </a:pPr>
            <a:r>
              <a:rPr lang="en"/>
              <a:t>Need: They need to know their food they are eating </a:t>
            </a:r>
            <a:endParaRPr/>
          </a:p>
          <a:p>
            <a:pPr indent="-317500" lvl="0" marL="457200" rtl="0" algn="l">
              <a:spcBef>
                <a:spcPts val="0"/>
              </a:spcBef>
              <a:spcAft>
                <a:spcPts val="0"/>
              </a:spcAft>
              <a:buSzPts val="1400"/>
              <a:buChar char="●"/>
            </a:pPr>
            <a:r>
              <a:rPr lang="en"/>
              <a:t>Goal: To have food safety known to community members </a:t>
            </a:r>
            <a:endParaRPr/>
          </a:p>
          <a:p>
            <a:pPr indent="0" lvl="0" marL="0" rtl="0" algn="l">
              <a:spcBef>
                <a:spcPts val="1000"/>
              </a:spcBef>
              <a:spcAft>
                <a:spcPts val="0"/>
              </a:spcAft>
              <a:buNone/>
            </a:pPr>
            <a:r>
              <a:rPr b="1" lang="en"/>
              <a:t>Questions</a:t>
            </a:r>
            <a:endParaRPr b="1"/>
          </a:p>
          <a:p>
            <a:pPr indent="-317500" lvl="0" marL="457200" rtl="0" algn="l">
              <a:spcBef>
                <a:spcPts val="1000"/>
              </a:spcBef>
              <a:spcAft>
                <a:spcPts val="0"/>
              </a:spcAft>
              <a:buSzPts val="1400"/>
              <a:buAutoNum type="arabicPeriod"/>
            </a:pPr>
            <a:r>
              <a:rPr lang="en"/>
              <a:t>Do certain zipcodes have worse average grades?</a:t>
            </a:r>
            <a:endParaRPr/>
          </a:p>
          <a:p>
            <a:pPr indent="-317500" lvl="0" marL="457200" rtl="0" algn="l">
              <a:spcBef>
                <a:spcPts val="1000"/>
              </a:spcBef>
              <a:spcAft>
                <a:spcPts val="0"/>
              </a:spcAft>
              <a:buSzPts val="1400"/>
              <a:buAutoNum type="arabicPeriod"/>
            </a:pPr>
            <a:r>
              <a:rPr lang="en"/>
              <a:t>Are inspection cycles improving over time?</a:t>
            </a:r>
            <a:endParaRPr/>
          </a:p>
          <a:p>
            <a:pPr indent="-317500" lvl="0" marL="457200" rtl="0" algn="l">
              <a:spcBef>
                <a:spcPts val="1000"/>
              </a:spcBef>
              <a:spcAft>
                <a:spcPts val="1000"/>
              </a:spcAft>
              <a:buSzPts val="1400"/>
              <a:buAutoNum type="arabicPeriod"/>
            </a:pPr>
            <a:r>
              <a:rPr lang="en"/>
              <a:t>What are the types of violations?</a:t>
            </a:r>
            <a:endParaRPr/>
          </a:p>
        </p:txBody>
      </p:sp>
      <p:sp>
        <p:nvSpPr>
          <p:cNvPr id="695" name="Google Shape;695;p86"/>
          <p:cNvSpPr txBox="1"/>
          <p:nvPr>
            <p:ph idx="2" type="subTitle"/>
          </p:nvPr>
        </p:nvSpPr>
        <p:spPr>
          <a:xfrm>
            <a:off x="4630500" y="4870025"/>
            <a:ext cx="3552900" cy="18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Photo Credit: NYT</a:t>
            </a:r>
            <a:endParaRPr/>
          </a:p>
        </p:txBody>
      </p:sp>
      <p:sp>
        <p:nvSpPr>
          <p:cNvPr id="696" name="Google Shape;696;p86"/>
          <p:cNvSpPr txBox="1"/>
          <p:nvPr>
            <p:ph type="title"/>
          </p:nvPr>
        </p:nvSpPr>
        <p:spPr>
          <a:xfrm>
            <a:off x="431725" y="368825"/>
            <a:ext cx="828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Client</a:t>
            </a:r>
            <a:endParaRPr/>
          </a:p>
        </p:txBody>
      </p:sp>
      <p:pic>
        <p:nvPicPr>
          <p:cNvPr id="697" name="Google Shape;697;p86" title="Screenshot 2026-04-12 at 9.33.08 PM.png"/>
          <p:cNvPicPr preferRelativeResize="0"/>
          <p:nvPr/>
        </p:nvPicPr>
        <p:blipFill>
          <a:blip r:embed="rId3">
            <a:alphaModFix/>
          </a:blip>
          <a:stretch>
            <a:fillRect/>
          </a:stretch>
        </p:blipFill>
        <p:spPr>
          <a:xfrm>
            <a:off x="4669873" y="941525"/>
            <a:ext cx="4198880" cy="34164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87"/>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03" name="Google Shape;703;p87"/>
          <p:cNvSpPr txBox="1"/>
          <p:nvPr>
            <p:ph idx="2" type="body"/>
          </p:nvPr>
        </p:nvSpPr>
        <p:spPr>
          <a:xfrm>
            <a:off x="3264675" y="1954250"/>
            <a:ext cx="2614500" cy="2571600"/>
          </a:xfrm>
          <a:prstGeom prst="rect">
            <a:avLst/>
          </a:prstGeom>
        </p:spPr>
        <p:txBody>
          <a:bodyPr anchorCtr="0" anchor="t" bIns="91425" lIns="182875" spcFirstLastPara="1" rIns="182875" wrap="square" tIns="182875">
            <a:noAutofit/>
          </a:bodyPr>
          <a:lstStyle/>
          <a:p>
            <a:pPr indent="-342900" lvl="0" marL="457200" rtl="0" algn="l">
              <a:spcBef>
                <a:spcPts val="0"/>
              </a:spcBef>
              <a:spcAft>
                <a:spcPts val="0"/>
              </a:spcAft>
              <a:buClr>
                <a:schemeClr val="dk1"/>
              </a:buClr>
              <a:buSzPts val="1800"/>
              <a:buChar char="●"/>
            </a:pPr>
            <a:r>
              <a:rPr lang="en" sz="1800">
                <a:solidFill>
                  <a:schemeClr val="dk1"/>
                </a:solidFill>
              </a:rPr>
              <a:t>Recommend to </a:t>
            </a:r>
            <a:r>
              <a:rPr lang="en" sz="1800">
                <a:solidFill>
                  <a:schemeClr val="dk1"/>
                </a:solidFill>
              </a:rPr>
              <a:t>further investigate areas that have a lower scoring to support them in what they need</a:t>
            </a:r>
            <a:endParaRPr sz="1800"/>
          </a:p>
        </p:txBody>
      </p:sp>
      <p:sp>
        <p:nvSpPr>
          <p:cNvPr id="704" name="Google Shape;704;p87"/>
          <p:cNvSpPr txBox="1"/>
          <p:nvPr>
            <p:ph idx="4" type="subTitle"/>
          </p:nvPr>
        </p:nvSpPr>
        <p:spPr>
          <a:xfrm>
            <a:off x="1996375" y="4870025"/>
            <a:ext cx="6186900" cy="18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https://www.nyc.gov/site/fund/initiatives/restaurant-revitalization-program.page</a:t>
            </a:r>
            <a:endParaRPr/>
          </a:p>
          <a:p>
            <a:pPr indent="0" lvl="0" marL="0" rtl="0" algn="l">
              <a:spcBef>
                <a:spcPts val="1000"/>
              </a:spcBef>
              <a:spcAft>
                <a:spcPts val="1000"/>
              </a:spcAft>
              <a:buNone/>
            </a:pPr>
            <a:r>
              <a:t/>
            </a:r>
            <a:endParaRPr/>
          </a:p>
        </p:txBody>
      </p:sp>
      <p:sp>
        <p:nvSpPr>
          <p:cNvPr id="705" name="Google Shape;705;p87"/>
          <p:cNvSpPr txBox="1"/>
          <p:nvPr>
            <p:ph type="title"/>
          </p:nvPr>
        </p:nvSpPr>
        <p:spPr>
          <a:xfrm>
            <a:off x="431725" y="368825"/>
            <a:ext cx="828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Executive Summary</a:t>
            </a:r>
            <a:endParaRPr/>
          </a:p>
          <a:p>
            <a:pPr indent="0" lvl="0" marL="0" rtl="0" algn="l">
              <a:spcBef>
                <a:spcPts val="0"/>
              </a:spcBef>
              <a:spcAft>
                <a:spcPts val="0"/>
              </a:spcAft>
              <a:buNone/>
            </a:pPr>
            <a:r>
              <a:t/>
            </a:r>
            <a:endParaRPr/>
          </a:p>
        </p:txBody>
      </p:sp>
      <p:sp>
        <p:nvSpPr>
          <p:cNvPr id="706" name="Google Shape;706;p87"/>
          <p:cNvSpPr txBox="1"/>
          <p:nvPr>
            <p:ph idx="1" type="body"/>
          </p:nvPr>
        </p:nvSpPr>
        <p:spPr>
          <a:xfrm>
            <a:off x="431725" y="1954250"/>
            <a:ext cx="2614500" cy="2571600"/>
          </a:xfrm>
          <a:prstGeom prst="rect">
            <a:avLst/>
          </a:prstGeom>
        </p:spPr>
        <p:txBody>
          <a:bodyPr anchorCtr="0" anchor="t" bIns="91425" lIns="182875" spcFirstLastPara="1" rIns="182875" wrap="square" tIns="182875">
            <a:noAutofit/>
          </a:bodyPr>
          <a:lstStyle/>
          <a:p>
            <a:pPr indent="-342900" lvl="0" marL="457200" rtl="0" algn="l">
              <a:spcBef>
                <a:spcPts val="0"/>
              </a:spcBef>
              <a:spcAft>
                <a:spcPts val="0"/>
              </a:spcAft>
              <a:buClr>
                <a:schemeClr val="dk1"/>
              </a:buClr>
              <a:buSzPts val="1800"/>
              <a:buChar char="●"/>
            </a:pPr>
            <a:r>
              <a:rPr lang="en" sz="1800">
                <a:solidFill>
                  <a:schemeClr val="dk1"/>
                </a:solidFill>
              </a:rPr>
              <a:t>There are a lot of surface equipment issues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Post pandemic scores began to avg higher than pre pandemic</a:t>
            </a:r>
            <a:endParaRPr/>
          </a:p>
        </p:txBody>
      </p:sp>
      <p:sp>
        <p:nvSpPr>
          <p:cNvPr id="707" name="Google Shape;707;p87"/>
          <p:cNvSpPr txBox="1"/>
          <p:nvPr>
            <p:ph idx="3" type="body"/>
          </p:nvPr>
        </p:nvSpPr>
        <p:spPr>
          <a:xfrm>
            <a:off x="6097724" y="1954250"/>
            <a:ext cx="2614500" cy="2571600"/>
          </a:xfrm>
          <a:prstGeom prst="rect">
            <a:avLst/>
          </a:prstGeom>
        </p:spPr>
        <p:txBody>
          <a:bodyPr anchorCtr="0" anchor="t" bIns="91425" lIns="182875" spcFirstLastPara="1" rIns="182875" wrap="square" tIns="182875">
            <a:noAutofit/>
          </a:bodyPr>
          <a:lstStyle/>
          <a:p>
            <a:pPr indent="-342900" lvl="0" marL="457200" rtl="0" algn="l">
              <a:spcBef>
                <a:spcPts val="0"/>
              </a:spcBef>
              <a:spcAft>
                <a:spcPts val="0"/>
              </a:spcAft>
              <a:buClr>
                <a:schemeClr val="dk1"/>
              </a:buClr>
              <a:buSzPts val="1800"/>
              <a:buChar char="●"/>
            </a:pPr>
            <a:r>
              <a:rPr lang="en" sz="1800">
                <a:solidFill>
                  <a:schemeClr val="dk1"/>
                </a:solidFill>
              </a:rPr>
              <a:t>Creating grants for cleaning equipment and hygiene training for lower scoring restaurants</a:t>
            </a:r>
            <a:endParaRPr sz="1800"/>
          </a:p>
        </p:txBody>
      </p:sp>
      <p:sp>
        <p:nvSpPr>
          <p:cNvPr id="708" name="Google Shape;708;p87"/>
          <p:cNvSpPr txBox="1"/>
          <p:nvPr>
            <p:ph idx="5" type="subTitle"/>
          </p:nvPr>
        </p:nvSpPr>
        <p:spPr>
          <a:xfrm>
            <a:off x="431700" y="1146450"/>
            <a:ext cx="2614500" cy="80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Findings</a:t>
            </a:r>
            <a:endParaRPr/>
          </a:p>
        </p:txBody>
      </p:sp>
      <p:sp>
        <p:nvSpPr>
          <p:cNvPr id="709" name="Google Shape;709;p87"/>
          <p:cNvSpPr txBox="1"/>
          <p:nvPr>
            <p:ph idx="6" type="subTitle"/>
          </p:nvPr>
        </p:nvSpPr>
        <p:spPr>
          <a:xfrm>
            <a:off x="3264750" y="1146450"/>
            <a:ext cx="2614500" cy="80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Investigate</a:t>
            </a:r>
            <a:r>
              <a:rPr lang="en"/>
              <a:t> </a:t>
            </a:r>
            <a:endParaRPr/>
          </a:p>
        </p:txBody>
      </p:sp>
      <p:sp>
        <p:nvSpPr>
          <p:cNvPr id="710" name="Google Shape;710;p87"/>
          <p:cNvSpPr txBox="1"/>
          <p:nvPr>
            <p:ph idx="7" type="subTitle"/>
          </p:nvPr>
        </p:nvSpPr>
        <p:spPr>
          <a:xfrm>
            <a:off x="6097800" y="1146450"/>
            <a:ext cx="2614500" cy="80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Recommendations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88"/>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16" name="Google Shape;716;p88"/>
          <p:cNvSpPr txBox="1"/>
          <p:nvPr>
            <p:ph idx="1" type="body"/>
          </p:nvPr>
        </p:nvSpPr>
        <p:spPr>
          <a:xfrm>
            <a:off x="431725" y="1846600"/>
            <a:ext cx="8280600" cy="1732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sz="2400"/>
              <a:t>As the restaurant industry continues to grow, New Yorkers should know where they should spend their money.</a:t>
            </a:r>
            <a:endParaRPr b="1" sz="2400">
              <a:solidFill>
                <a:schemeClr val="dk1"/>
              </a:solidFill>
            </a:endParaRPr>
          </a:p>
          <a:p>
            <a:pPr indent="0" lvl="0" marL="0" rtl="0" algn="l">
              <a:spcBef>
                <a:spcPts val="1000"/>
              </a:spcBef>
              <a:spcAft>
                <a:spcPts val="0"/>
              </a:spcAft>
              <a:buNone/>
            </a:pPr>
            <a:r>
              <a:t/>
            </a:r>
            <a:endParaRPr b="1">
              <a:solidFill>
                <a:schemeClr val="dk1"/>
              </a:solidFill>
            </a:endParaRPr>
          </a:p>
          <a:p>
            <a:pPr indent="0" lvl="0" marL="0" rtl="0" algn="l">
              <a:spcBef>
                <a:spcPts val="1000"/>
              </a:spcBef>
              <a:spcAft>
                <a:spcPts val="1000"/>
              </a:spcAft>
              <a:buNone/>
            </a:pPr>
            <a:r>
              <a:t/>
            </a:r>
            <a:endParaRPr/>
          </a:p>
        </p:txBody>
      </p:sp>
      <p:sp>
        <p:nvSpPr>
          <p:cNvPr id="717" name="Google Shape;717;p88"/>
          <p:cNvSpPr txBox="1"/>
          <p:nvPr>
            <p:ph idx="2" type="subTitle"/>
          </p:nvPr>
        </p:nvSpPr>
        <p:spPr>
          <a:xfrm>
            <a:off x="1996375" y="4739425"/>
            <a:ext cx="6186900" cy="31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
              <a:t>https://www.icsc.com/news-and-views/icsc-exchange/new-yorkers-eat-out-130-percent-more-than-other-americans-report</a:t>
            </a:r>
            <a:endParaRPr/>
          </a:p>
        </p:txBody>
      </p:sp>
      <p:sp>
        <p:nvSpPr>
          <p:cNvPr id="718" name="Google Shape;718;p88"/>
          <p:cNvSpPr txBox="1"/>
          <p:nvPr>
            <p:ph type="title"/>
          </p:nvPr>
        </p:nvSpPr>
        <p:spPr>
          <a:xfrm>
            <a:off x="431725" y="368825"/>
            <a:ext cx="828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Context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89"/>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24" name="Google Shape;724;p89"/>
          <p:cNvSpPr txBox="1"/>
          <p:nvPr>
            <p:ph idx="1" type="body"/>
          </p:nvPr>
        </p:nvSpPr>
        <p:spPr>
          <a:xfrm>
            <a:off x="431700" y="1152475"/>
            <a:ext cx="8280600" cy="3416400"/>
          </a:xfrm>
          <a:prstGeom prst="rect">
            <a:avLst/>
          </a:prstGeom>
        </p:spPr>
        <p:txBody>
          <a:bodyPr anchorCtr="0" anchor="t" bIns="0" lIns="0" spcFirstLastPara="1" rIns="0" wrap="square" tIns="0">
            <a:noAutofit/>
          </a:bodyPr>
          <a:lstStyle/>
          <a:p>
            <a:pPr indent="-317500" lvl="0" marL="457200" rtl="0" algn="l">
              <a:spcBef>
                <a:spcPts val="0"/>
              </a:spcBef>
              <a:spcAft>
                <a:spcPts val="0"/>
              </a:spcAft>
              <a:buSzPts val="1400"/>
              <a:buChar char="-"/>
            </a:pPr>
            <a:r>
              <a:rPr lang="en"/>
              <a:t>Cleaning (Excel, SQL)-&gt; Processing (Excel,SQL) -&gt; Visualization (Tableau)</a:t>
            </a:r>
            <a:endParaRPr/>
          </a:p>
          <a:p>
            <a:pPr indent="0" lvl="0" marL="457200" rtl="0" algn="l">
              <a:spcBef>
                <a:spcPts val="1000"/>
              </a:spcBef>
              <a:spcAft>
                <a:spcPts val="0"/>
              </a:spcAft>
              <a:buNone/>
            </a:pPr>
            <a:r>
              <a:t/>
            </a:r>
            <a:endParaRPr/>
          </a:p>
          <a:p>
            <a:pPr indent="-317500" lvl="0" marL="457200" rtl="0" algn="l">
              <a:spcBef>
                <a:spcPts val="1000"/>
              </a:spcBef>
              <a:spcAft>
                <a:spcPts val="0"/>
              </a:spcAft>
              <a:buSzPts val="1400"/>
              <a:buChar char="-"/>
            </a:pPr>
            <a:r>
              <a:rPr lang="en"/>
              <a:t>Removed Personality Identified information, such as phone numbers and </a:t>
            </a:r>
            <a:r>
              <a:rPr lang="en"/>
              <a:t>specific</a:t>
            </a:r>
            <a:r>
              <a:rPr lang="en"/>
              <a:t> addresses</a:t>
            </a:r>
            <a:endParaRPr/>
          </a:p>
          <a:p>
            <a:pPr indent="0" lvl="0" marL="457200" rtl="0" algn="l">
              <a:spcBef>
                <a:spcPts val="1000"/>
              </a:spcBef>
              <a:spcAft>
                <a:spcPts val="0"/>
              </a:spcAft>
              <a:buNone/>
            </a:pPr>
            <a:r>
              <a:t/>
            </a:r>
            <a:endParaRPr/>
          </a:p>
          <a:p>
            <a:pPr indent="-317500" lvl="0" marL="457200" rtl="0" algn="l">
              <a:spcBef>
                <a:spcPts val="1000"/>
              </a:spcBef>
              <a:spcAft>
                <a:spcPts val="0"/>
              </a:spcAft>
              <a:buSzPts val="1400"/>
              <a:buChar char="-"/>
            </a:pPr>
            <a:r>
              <a:rPr lang="en"/>
              <a:t>Developed new metrics to assess quality of restaurants in areas (Grade Score)</a:t>
            </a:r>
            <a:endParaRPr/>
          </a:p>
          <a:p>
            <a:pPr indent="0" lvl="0" marL="457200" rtl="0" algn="l">
              <a:spcBef>
                <a:spcPts val="1000"/>
              </a:spcBef>
              <a:spcAft>
                <a:spcPts val="0"/>
              </a:spcAft>
              <a:buNone/>
            </a:pPr>
            <a:r>
              <a:t/>
            </a:r>
            <a:endParaRPr/>
          </a:p>
          <a:p>
            <a:pPr indent="-317500" lvl="0" marL="457200" rtl="0" algn="l">
              <a:spcBef>
                <a:spcPts val="1000"/>
              </a:spcBef>
              <a:spcAft>
                <a:spcPts val="0"/>
              </a:spcAft>
              <a:buSzPts val="1400"/>
              <a:buChar char="-"/>
            </a:pPr>
            <a:r>
              <a:rPr lang="en"/>
              <a:t>Research historical trends aligned with inspection trends</a:t>
            </a:r>
            <a:endParaRPr/>
          </a:p>
        </p:txBody>
      </p:sp>
      <p:sp>
        <p:nvSpPr>
          <p:cNvPr id="725" name="Google Shape;725;p89"/>
          <p:cNvSpPr txBox="1"/>
          <p:nvPr>
            <p:ph idx="2" type="subTitle"/>
          </p:nvPr>
        </p:nvSpPr>
        <p:spPr>
          <a:xfrm>
            <a:off x="1996375" y="4870025"/>
            <a:ext cx="6186900" cy="18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t/>
            </a:r>
            <a:endParaRPr/>
          </a:p>
        </p:txBody>
      </p:sp>
      <p:sp>
        <p:nvSpPr>
          <p:cNvPr id="726" name="Google Shape;726;p89"/>
          <p:cNvSpPr txBox="1"/>
          <p:nvPr>
            <p:ph type="title"/>
          </p:nvPr>
        </p:nvSpPr>
        <p:spPr>
          <a:xfrm>
            <a:off x="431725" y="368825"/>
            <a:ext cx="828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90"/>
          <p:cNvSpPr txBox="1"/>
          <p:nvPr>
            <p:ph idx="1" type="subTitle"/>
          </p:nvPr>
        </p:nvSpPr>
        <p:spPr>
          <a:xfrm>
            <a:off x="439625" y="1621075"/>
            <a:ext cx="7285500" cy="319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Getting to know our Data</a:t>
            </a:r>
            <a:endParaRPr/>
          </a:p>
        </p:txBody>
      </p:sp>
      <p:sp>
        <p:nvSpPr>
          <p:cNvPr id="732" name="Google Shape;732;p90"/>
          <p:cNvSpPr txBox="1"/>
          <p:nvPr>
            <p:ph type="title"/>
          </p:nvPr>
        </p:nvSpPr>
        <p:spPr>
          <a:xfrm>
            <a:off x="439625" y="2020275"/>
            <a:ext cx="7285500" cy="156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Findings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91"/>
          <p:cNvSpPr txBox="1"/>
          <p:nvPr>
            <p:ph type="ctrTitle"/>
          </p:nvPr>
        </p:nvSpPr>
        <p:spPr>
          <a:xfrm>
            <a:off x="1446300" y="1153275"/>
            <a:ext cx="6251400" cy="2390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6000"/>
              <a:buNone/>
            </a:pPr>
            <a:r>
              <a:rPr lang="en" sz="4500"/>
              <a:t>How many restaurant violations are amongst the boroughs of NYC?</a:t>
            </a:r>
            <a:endParaRPr sz="4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92"/>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43" name="Google Shape;743;p92"/>
          <p:cNvSpPr txBox="1"/>
          <p:nvPr>
            <p:ph idx="2" type="subTitle"/>
          </p:nvPr>
        </p:nvSpPr>
        <p:spPr>
          <a:xfrm>
            <a:off x="1996375" y="4870025"/>
            <a:ext cx="6186900" cy="18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t/>
            </a:r>
            <a:endParaRPr/>
          </a:p>
        </p:txBody>
      </p:sp>
      <p:sp>
        <p:nvSpPr>
          <p:cNvPr id="744" name="Google Shape;744;p92"/>
          <p:cNvSpPr txBox="1"/>
          <p:nvPr/>
        </p:nvSpPr>
        <p:spPr>
          <a:xfrm flipH="1">
            <a:off x="6539400" y="478650"/>
            <a:ext cx="2424300" cy="25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highlight>
                  <a:srgbClr val="6D9EEB"/>
                </a:highlight>
                <a:latin typeface="Inter"/>
                <a:ea typeface="Inter"/>
                <a:cs typeface="Inter"/>
                <a:sym typeface="Inter"/>
              </a:rPr>
              <a:t>Bronx:</a:t>
            </a:r>
            <a:r>
              <a:rPr lang="en" sz="1600">
                <a:solidFill>
                  <a:schemeClr val="dk2"/>
                </a:solidFill>
                <a:highlight>
                  <a:srgbClr val="6D9EEB"/>
                </a:highlight>
                <a:latin typeface="Inter"/>
                <a:ea typeface="Inter"/>
                <a:cs typeface="Inter"/>
                <a:sym typeface="Inter"/>
              </a:rPr>
              <a:t> 30,823</a:t>
            </a:r>
            <a:endParaRPr sz="1600">
              <a:solidFill>
                <a:schemeClr val="dk2"/>
              </a:solidFill>
              <a:highlight>
                <a:srgbClr val="6D9EEB"/>
              </a:highlight>
              <a:latin typeface="Inter"/>
              <a:ea typeface="Inter"/>
              <a:cs typeface="Inter"/>
              <a:sym typeface="Inter"/>
            </a:endParaRPr>
          </a:p>
          <a:p>
            <a:pPr indent="0" lvl="0" marL="0" rtl="0" algn="l">
              <a:spcBef>
                <a:spcPts val="0"/>
              </a:spcBef>
              <a:spcAft>
                <a:spcPts val="0"/>
              </a:spcAft>
              <a:buNone/>
            </a:pPr>
            <a:r>
              <a:t/>
            </a:r>
            <a:endParaRPr sz="1600">
              <a:solidFill>
                <a:schemeClr val="dk2"/>
              </a:solidFill>
              <a:latin typeface="Inter"/>
              <a:ea typeface="Inter"/>
              <a:cs typeface="Inter"/>
              <a:sym typeface="Inter"/>
            </a:endParaRPr>
          </a:p>
          <a:p>
            <a:pPr indent="0" lvl="0" marL="0" rtl="0" algn="l">
              <a:spcBef>
                <a:spcPts val="0"/>
              </a:spcBef>
              <a:spcAft>
                <a:spcPts val="0"/>
              </a:spcAft>
              <a:buNone/>
            </a:pPr>
            <a:r>
              <a:rPr lang="en" sz="1600">
                <a:solidFill>
                  <a:schemeClr val="dk2"/>
                </a:solidFill>
                <a:highlight>
                  <a:srgbClr val="F9CB9C"/>
                </a:highlight>
                <a:latin typeface="Inter"/>
                <a:ea typeface="Inter"/>
                <a:cs typeface="Inter"/>
                <a:sym typeface="Inter"/>
              </a:rPr>
              <a:t>Brooklyn: 76,847</a:t>
            </a:r>
            <a:endParaRPr sz="1600">
              <a:solidFill>
                <a:schemeClr val="dk2"/>
              </a:solidFill>
              <a:highlight>
                <a:srgbClr val="F9CB9C"/>
              </a:highlight>
              <a:latin typeface="Inter"/>
              <a:ea typeface="Inter"/>
              <a:cs typeface="Inter"/>
              <a:sym typeface="Inter"/>
            </a:endParaRPr>
          </a:p>
          <a:p>
            <a:pPr indent="0" lvl="0" marL="0" rtl="0" algn="l">
              <a:spcBef>
                <a:spcPts val="0"/>
              </a:spcBef>
              <a:spcAft>
                <a:spcPts val="0"/>
              </a:spcAft>
              <a:buNone/>
            </a:pPr>
            <a:r>
              <a:t/>
            </a:r>
            <a:endParaRPr sz="1600">
              <a:solidFill>
                <a:schemeClr val="dk2"/>
              </a:solidFill>
              <a:latin typeface="Inter"/>
              <a:ea typeface="Inter"/>
              <a:cs typeface="Inter"/>
              <a:sym typeface="Inter"/>
            </a:endParaRPr>
          </a:p>
          <a:p>
            <a:pPr indent="0" lvl="0" marL="0" rtl="0" algn="l">
              <a:spcBef>
                <a:spcPts val="0"/>
              </a:spcBef>
              <a:spcAft>
                <a:spcPts val="0"/>
              </a:spcAft>
              <a:buNone/>
            </a:pPr>
            <a:r>
              <a:rPr lang="en" sz="1600">
                <a:solidFill>
                  <a:schemeClr val="dk2"/>
                </a:solidFill>
                <a:highlight>
                  <a:srgbClr val="E06666"/>
                </a:highlight>
                <a:latin typeface="Inter"/>
                <a:ea typeface="Inter"/>
                <a:cs typeface="Inter"/>
                <a:sym typeface="Inter"/>
              </a:rPr>
              <a:t>Manhattan: 121,694</a:t>
            </a:r>
            <a:endParaRPr sz="1600">
              <a:solidFill>
                <a:schemeClr val="dk2"/>
              </a:solidFill>
              <a:highlight>
                <a:srgbClr val="E06666"/>
              </a:highlight>
              <a:latin typeface="Inter"/>
              <a:ea typeface="Inter"/>
              <a:cs typeface="Inter"/>
              <a:sym typeface="Inter"/>
            </a:endParaRPr>
          </a:p>
          <a:p>
            <a:pPr indent="0" lvl="0" marL="0" rtl="0" algn="l">
              <a:spcBef>
                <a:spcPts val="0"/>
              </a:spcBef>
              <a:spcAft>
                <a:spcPts val="0"/>
              </a:spcAft>
              <a:buNone/>
            </a:pPr>
            <a:r>
              <a:t/>
            </a:r>
            <a:endParaRPr sz="1600">
              <a:solidFill>
                <a:schemeClr val="dk2"/>
              </a:solidFill>
              <a:highlight>
                <a:srgbClr val="76A5AF"/>
              </a:highlight>
              <a:latin typeface="Inter"/>
              <a:ea typeface="Inter"/>
              <a:cs typeface="Inter"/>
              <a:sym typeface="Inter"/>
            </a:endParaRPr>
          </a:p>
          <a:p>
            <a:pPr indent="0" lvl="0" marL="0" rtl="0" algn="l">
              <a:spcBef>
                <a:spcPts val="0"/>
              </a:spcBef>
              <a:spcAft>
                <a:spcPts val="0"/>
              </a:spcAft>
              <a:buNone/>
            </a:pPr>
            <a:r>
              <a:rPr lang="en" sz="1600">
                <a:solidFill>
                  <a:schemeClr val="dk2"/>
                </a:solidFill>
                <a:highlight>
                  <a:srgbClr val="76A5AF"/>
                </a:highlight>
                <a:latin typeface="Inter"/>
                <a:ea typeface="Inter"/>
                <a:cs typeface="Inter"/>
                <a:sym typeface="Inter"/>
              </a:rPr>
              <a:t>Queens: 72,785</a:t>
            </a:r>
            <a:endParaRPr sz="1600">
              <a:solidFill>
                <a:schemeClr val="dk2"/>
              </a:solidFill>
              <a:highlight>
                <a:srgbClr val="76A5AF"/>
              </a:highlight>
              <a:latin typeface="Inter"/>
              <a:ea typeface="Inter"/>
              <a:cs typeface="Inter"/>
              <a:sym typeface="Inter"/>
            </a:endParaRPr>
          </a:p>
          <a:p>
            <a:pPr indent="0" lvl="0" marL="0" rtl="0" algn="l">
              <a:spcBef>
                <a:spcPts val="0"/>
              </a:spcBef>
              <a:spcAft>
                <a:spcPts val="0"/>
              </a:spcAft>
              <a:buNone/>
            </a:pPr>
            <a:r>
              <a:t/>
            </a:r>
            <a:endParaRPr sz="1600">
              <a:solidFill>
                <a:schemeClr val="dk2"/>
              </a:solidFill>
              <a:highlight>
                <a:srgbClr val="B6D7A8"/>
              </a:highlight>
              <a:latin typeface="Inter"/>
              <a:ea typeface="Inter"/>
              <a:cs typeface="Inter"/>
              <a:sym typeface="Inter"/>
            </a:endParaRPr>
          </a:p>
          <a:p>
            <a:pPr indent="0" lvl="0" marL="0" rtl="0" algn="l">
              <a:spcBef>
                <a:spcPts val="0"/>
              </a:spcBef>
              <a:spcAft>
                <a:spcPts val="0"/>
              </a:spcAft>
              <a:buNone/>
            </a:pPr>
            <a:r>
              <a:rPr lang="en" sz="1600">
                <a:solidFill>
                  <a:schemeClr val="dk2"/>
                </a:solidFill>
                <a:highlight>
                  <a:srgbClr val="93C47D"/>
                </a:highlight>
                <a:latin typeface="Inter"/>
                <a:ea typeface="Inter"/>
                <a:cs typeface="Inter"/>
                <a:sym typeface="Inter"/>
              </a:rPr>
              <a:t>Staten Island: 10,008</a:t>
            </a:r>
            <a:endParaRPr sz="1600">
              <a:solidFill>
                <a:schemeClr val="dk2"/>
              </a:solidFill>
              <a:highlight>
                <a:srgbClr val="93C47D"/>
              </a:highlight>
              <a:latin typeface="Inter"/>
              <a:ea typeface="Inter"/>
              <a:cs typeface="Inter"/>
              <a:sym typeface="Inter"/>
            </a:endParaRPr>
          </a:p>
          <a:p>
            <a:pPr indent="0" lvl="0" marL="0" rtl="0" algn="l">
              <a:spcBef>
                <a:spcPts val="0"/>
              </a:spcBef>
              <a:spcAft>
                <a:spcPts val="0"/>
              </a:spcAft>
              <a:buNone/>
            </a:pPr>
            <a:r>
              <a:t/>
            </a:r>
            <a:endParaRPr sz="1600">
              <a:solidFill>
                <a:schemeClr val="dk2"/>
              </a:solidFill>
              <a:latin typeface="Inter"/>
              <a:ea typeface="Inter"/>
              <a:cs typeface="Inter"/>
              <a:sym typeface="Inter"/>
            </a:endParaRPr>
          </a:p>
        </p:txBody>
      </p:sp>
      <p:pic>
        <p:nvPicPr>
          <p:cNvPr id="745" name="Google Shape;745;p92" title="Screenshot 2026-04-12 210730.png"/>
          <p:cNvPicPr preferRelativeResize="0"/>
          <p:nvPr/>
        </p:nvPicPr>
        <p:blipFill>
          <a:blip r:embed="rId3">
            <a:alphaModFix/>
          </a:blip>
          <a:stretch>
            <a:fillRect/>
          </a:stretch>
        </p:blipFill>
        <p:spPr>
          <a:xfrm>
            <a:off x="152400" y="152400"/>
            <a:ext cx="6386846" cy="4587025"/>
          </a:xfrm>
          <a:prstGeom prst="rect">
            <a:avLst/>
          </a:prstGeom>
          <a:noFill/>
          <a:ln>
            <a:noFill/>
          </a:ln>
        </p:spPr>
      </p:pic>
      <p:sp>
        <p:nvSpPr>
          <p:cNvPr id="746" name="Google Shape;746;p92"/>
          <p:cNvSpPr txBox="1"/>
          <p:nvPr/>
        </p:nvSpPr>
        <p:spPr>
          <a:xfrm>
            <a:off x="6539400" y="2738425"/>
            <a:ext cx="1973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2"/>
              </a:solidFill>
              <a:latin typeface="Inter"/>
              <a:ea typeface="Inter"/>
              <a:cs typeface="Inter"/>
              <a:sym typeface="Inter"/>
            </a:endParaRPr>
          </a:p>
        </p:txBody>
      </p:sp>
    </p:spTree>
  </p:cSld>
  <p:clrMapOvr>
    <a:masterClrMapping/>
  </p:clrMapOvr>
  <p:transition spd="med">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93"/>
          <p:cNvSpPr txBox="1"/>
          <p:nvPr>
            <p:ph type="ctrTitle"/>
          </p:nvPr>
        </p:nvSpPr>
        <p:spPr>
          <a:xfrm>
            <a:off x="685800" y="1366400"/>
            <a:ext cx="7772400" cy="1990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6000"/>
              <a:buNone/>
            </a:pPr>
            <a:r>
              <a:rPr lang="en" sz="5000">
                <a:solidFill>
                  <a:schemeClr val="lt1"/>
                </a:solidFill>
              </a:rPr>
              <a:t>What are the top restaurant violations?</a:t>
            </a:r>
            <a:endParaRPr sz="5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94"/>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57" name="Google Shape;757;p94"/>
          <p:cNvSpPr txBox="1"/>
          <p:nvPr>
            <p:ph idx="2" type="subTitle"/>
          </p:nvPr>
        </p:nvSpPr>
        <p:spPr>
          <a:xfrm>
            <a:off x="1996375" y="4870025"/>
            <a:ext cx="6186900" cy="18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t/>
            </a:r>
            <a:endParaRPr/>
          </a:p>
        </p:txBody>
      </p:sp>
      <p:pic>
        <p:nvPicPr>
          <p:cNvPr id="758" name="Google Shape;758;p94" title="Screenshot 2026-04-12 at 9.06.25 PM.png"/>
          <p:cNvPicPr preferRelativeResize="0"/>
          <p:nvPr/>
        </p:nvPicPr>
        <p:blipFill rotWithShape="1">
          <a:blip r:embed="rId3">
            <a:alphaModFix/>
          </a:blip>
          <a:srcRect b="1448" l="0" r="0" t="8624"/>
          <a:stretch/>
        </p:blipFill>
        <p:spPr>
          <a:xfrm>
            <a:off x="0" y="507300"/>
            <a:ext cx="6466775" cy="4316625"/>
          </a:xfrm>
          <a:prstGeom prst="rect">
            <a:avLst/>
          </a:prstGeom>
          <a:noFill/>
          <a:ln>
            <a:noFill/>
          </a:ln>
        </p:spPr>
      </p:pic>
      <p:sp>
        <p:nvSpPr>
          <p:cNvPr id="759" name="Google Shape;759;p94"/>
          <p:cNvSpPr txBox="1"/>
          <p:nvPr/>
        </p:nvSpPr>
        <p:spPr>
          <a:xfrm>
            <a:off x="6466775" y="685800"/>
            <a:ext cx="2493600" cy="377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highlight>
                  <a:srgbClr val="93C47D"/>
                </a:highlight>
                <a:latin typeface="Inter"/>
                <a:ea typeface="Inter"/>
                <a:cs typeface="Inter"/>
                <a:sym typeface="Inter"/>
              </a:rPr>
              <a:t>Non-Food Contact Surface/Equipment Issue: </a:t>
            </a:r>
            <a:r>
              <a:rPr lang="en">
                <a:solidFill>
                  <a:schemeClr val="dk2"/>
                </a:solidFill>
                <a:highlight>
                  <a:srgbClr val="FFFF00"/>
                </a:highlight>
                <a:latin typeface="Inter"/>
                <a:ea typeface="Inter"/>
                <a:cs typeface="Inter"/>
                <a:sym typeface="Inter"/>
              </a:rPr>
              <a:t>54,521</a:t>
            </a:r>
            <a:endParaRPr>
              <a:solidFill>
                <a:schemeClr val="dk2"/>
              </a:solidFill>
              <a:highlight>
                <a:srgbClr val="FFFF00"/>
              </a:highlight>
              <a:latin typeface="Inter"/>
              <a:ea typeface="Inter"/>
              <a:cs typeface="Inter"/>
              <a:sym typeface="Inter"/>
            </a:endParaRPr>
          </a:p>
          <a:p>
            <a:pPr indent="0" lvl="0" marL="0" rtl="0" algn="l">
              <a:spcBef>
                <a:spcPts val="0"/>
              </a:spcBef>
              <a:spcAft>
                <a:spcPts val="0"/>
              </a:spcAft>
              <a:buNone/>
            </a:pPr>
            <a:r>
              <a:t/>
            </a:r>
            <a:endParaRPr>
              <a:solidFill>
                <a:schemeClr val="dk2"/>
              </a:solidFill>
              <a:latin typeface="Inter"/>
              <a:ea typeface="Inter"/>
              <a:cs typeface="Inter"/>
              <a:sym typeface="Inter"/>
            </a:endParaRPr>
          </a:p>
          <a:p>
            <a:pPr indent="0" lvl="0" marL="0" rtl="0" algn="l">
              <a:spcBef>
                <a:spcPts val="0"/>
              </a:spcBef>
              <a:spcAft>
                <a:spcPts val="0"/>
              </a:spcAft>
              <a:buNone/>
            </a:pPr>
            <a:r>
              <a:rPr lang="en">
                <a:solidFill>
                  <a:schemeClr val="dk2"/>
                </a:solidFill>
                <a:highlight>
                  <a:srgbClr val="85C0CC"/>
                </a:highlight>
                <a:latin typeface="Inter"/>
                <a:ea typeface="Inter"/>
                <a:cs typeface="Inter"/>
                <a:sym typeface="Inter"/>
              </a:rPr>
              <a:t>Facility not Vermin Proof:</a:t>
            </a:r>
            <a:r>
              <a:rPr lang="en">
                <a:solidFill>
                  <a:schemeClr val="dk2"/>
                </a:solidFill>
                <a:latin typeface="Inter"/>
                <a:ea typeface="Inter"/>
                <a:cs typeface="Inter"/>
                <a:sym typeface="Inter"/>
              </a:rPr>
              <a:t> 33,187</a:t>
            </a:r>
            <a:endParaRPr>
              <a:solidFill>
                <a:schemeClr val="dk2"/>
              </a:solidFill>
              <a:latin typeface="Inter"/>
              <a:ea typeface="Inter"/>
              <a:cs typeface="Inter"/>
              <a:sym typeface="Inter"/>
            </a:endParaRPr>
          </a:p>
          <a:p>
            <a:pPr indent="0" lvl="0" marL="0" rtl="0" algn="l">
              <a:spcBef>
                <a:spcPts val="0"/>
              </a:spcBef>
              <a:spcAft>
                <a:spcPts val="0"/>
              </a:spcAft>
              <a:buNone/>
            </a:pPr>
            <a:r>
              <a:t/>
            </a:r>
            <a:endParaRPr>
              <a:solidFill>
                <a:schemeClr val="dk2"/>
              </a:solidFill>
              <a:latin typeface="Inter"/>
              <a:ea typeface="Inter"/>
              <a:cs typeface="Inter"/>
              <a:sym typeface="Inter"/>
            </a:endParaRPr>
          </a:p>
          <a:p>
            <a:pPr indent="0" lvl="0" marL="0" rtl="0" algn="l">
              <a:spcBef>
                <a:spcPts val="0"/>
              </a:spcBef>
              <a:spcAft>
                <a:spcPts val="0"/>
              </a:spcAft>
              <a:buNone/>
            </a:pPr>
            <a:r>
              <a:rPr lang="en">
                <a:solidFill>
                  <a:schemeClr val="dk2"/>
                </a:solidFill>
                <a:highlight>
                  <a:srgbClr val="3D85C6"/>
                </a:highlight>
                <a:latin typeface="Inter"/>
                <a:ea typeface="Inter"/>
                <a:cs typeface="Inter"/>
                <a:sym typeface="Inter"/>
              </a:rPr>
              <a:t>Mice Present in Facility: </a:t>
            </a:r>
            <a:r>
              <a:rPr lang="en">
                <a:solidFill>
                  <a:schemeClr val="dk2"/>
                </a:solidFill>
                <a:latin typeface="Inter"/>
                <a:ea typeface="Inter"/>
                <a:cs typeface="Inter"/>
                <a:sym typeface="Inter"/>
              </a:rPr>
              <a:t>21,966</a:t>
            </a:r>
            <a:endParaRPr>
              <a:solidFill>
                <a:schemeClr val="dk2"/>
              </a:solidFill>
              <a:latin typeface="Inter"/>
              <a:ea typeface="Inter"/>
              <a:cs typeface="Inter"/>
              <a:sym typeface="Inter"/>
            </a:endParaRPr>
          </a:p>
          <a:p>
            <a:pPr indent="0" lvl="0" marL="0" rtl="0" algn="l">
              <a:spcBef>
                <a:spcPts val="0"/>
              </a:spcBef>
              <a:spcAft>
                <a:spcPts val="0"/>
              </a:spcAft>
              <a:buNone/>
            </a:pPr>
            <a:r>
              <a:t/>
            </a:r>
            <a:endParaRPr>
              <a:solidFill>
                <a:schemeClr val="dk2"/>
              </a:solidFill>
              <a:latin typeface="Inter"/>
              <a:ea typeface="Inter"/>
              <a:cs typeface="Inter"/>
              <a:sym typeface="Inter"/>
            </a:endParaRPr>
          </a:p>
          <a:p>
            <a:pPr indent="0" lvl="0" marL="0" rtl="0" algn="l">
              <a:spcBef>
                <a:spcPts val="0"/>
              </a:spcBef>
              <a:spcAft>
                <a:spcPts val="0"/>
              </a:spcAft>
              <a:buNone/>
            </a:pPr>
            <a:r>
              <a:rPr lang="en">
                <a:solidFill>
                  <a:schemeClr val="dk2"/>
                </a:solidFill>
                <a:highlight>
                  <a:srgbClr val="E06666"/>
                </a:highlight>
                <a:latin typeface="Inter"/>
                <a:ea typeface="Inter"/>
                <a:cs typeface="Inter"/>
                <a:sym typeface="Inter"/>
              </a:rPr>
              <a:t>Food Contact Surface Not Sanitized Properly:</a:t>
            </a:r>
            <a:r>
              <a:rPr lang="en">
                <a:solidFill>
                  <a:schemeClr val="dk2"/>
                </a:solidFill>
                <a:latin typeface="Inter"/>
                <a:ea typeface="Inter"/>
                <a:cs typeface="Inter"/>
                <a:sym typeface="Inter"/>
              </a:rPr>
              <a:t> </a:t>
            </a:r>
            <a:endParaRPr>
              <a:solidFill>
                <a:schemeClr val="dk2"/>
              </a:solidFill>
              <a:latin typeface="Inter"/>
              <a:ea typeface="Inter"/>
              <a:cs typeface="Inter"/>
              <a:sym typeface="Inter"/>
            </a:endParaRPr>
          </a:p>
          <a:p>
            <a:pPr indent="0" lvl="0" marL="0" rtl="0" algn="l">
              <a:spcBef>
                <a:spcPts val="0"/>
              </a:spcBef>
              <a:spcAft>
                <a:spcPts val="0"/>
              </a:spcAft>
              <a:buNone/>
            </a:pPr>
            <a:r>
              <a:rPr lang="en">
                <a:solidFill>
                  <a:schemeClr val="dk2"/>
                </a:solidFill>
                <a:latin typeface="Inter"/>
                <a:ea typeface="Inter"/>
                <a:cs typeface="Inter"/>
                <a:sym typeface="Inter"/>
              </a:rPr>
              <a:t>20,576</a:t>
            </a:r>
            <a:endParaRPr>
              <a:solidFill>
                <a:schemeClr val="dk2"/>
              </a:solidFill>
              <a:latin typeface="Inter"/>
              <a:ea typeface="Inter"/>
              <a:cs typeface="Inter"/>
              <a:sym typeface="Inter"/>
            </a:endParaRPr>
          </a:p>
          <a:p>
            <a:pPr indent="0" lvl="0" marL="0" rtl="0" algn="l">
              <a:spcBef>
                <a:spcPts val="0"/>
              </a:spcBef>
              <a:spcAft>
                <a:spcPts val="0"/>
              </a:spcAft>
              <a:buNone/>
            </a:pPr>
            <a:r>
              <a:t/>
            </a:r>
            <a:endParaRPr>
              <a:solidFill>
                <a:schemeClr val="dk2"/>
              </a:solidFill>
              <a:latin typeface="Inter"/>
              <a:ea typeface="Inter"/>
              <a:cs typeface="Inter"/>
              <a:sym typeface="Inter"/>
            </a:endParaRPr>
          </a:p>
          <a:p>
            <a:pPr indent="0" lvl="0" marL="0" rtl="0" algn="l">
              <a:spcBef>
                <a:spcPts val="0"/>
              </a:spcBef>
              <a:spcAft>
                <a:spcPts val="0"/>
              </a:spcAft>
              <a:buNone/>
            </a:pPr>
            <a:r>
              <a:rPr lang="en">
                <a:solidFill>
                  <a:schemeClr val="dk2"/>
                </a:solidFill>
                <a:highlight>
                  <a:srgbClr val="E69138"/>
                </a:highlight>
                <a:latin typeface="Inter"/>
                <a:ea typeface="Inter"/>
                <a:cs typeface="Inter"/>
                <a:sym typeface="Inter"/>
              </a:rPr>
              <a:t>Food Not Protected from Contamination: </a:t>
            </a:r>
            <a:endParaRPr>
              <a:solidFill>
                <a:schemeClr val="dk2"/>
              </a:solidFill>
              <a:highlight>
                <a:srgbClr val="E69138"/>
              </a:highlight>
              <a:latin typeface="Inter"/>
              <a:ea typeface="Inter"/>
              <a:cs typeface="Inter"/>
              <a:sym typeface="Inter"/>
            </a:endParaRPr>
          </a:p>
          <a:p>
            <a:pPr indent="0" lvl="0" marL="0" rtl="0" algn="l">
              <a:spcBef>
                <a:spcPts val="0"/>
              </a:spcBef>
              <a:spcAft>
                <a:spcPts val="0"/>
              </a:spcAft>
              <a:buNone/>
            </a:pPr>
            <a:r>
              <a:rPr lang="en">
                <a:solidFill>
                  <a:schemeClr val="dk2"/>
                </a:solidFill>
                <a:latin typeface="Inter"/>
                <a:ea typeface="Inter"/>
                <a:cs typeface="Inter"/>
                <a:sym typeface="Inter"/>
              </a:rPr>
              <a:t>19,784</a:t>
            </a:r>
            <a:endParaRPr>
              <a:solidFill>
                <a:schemeClr val="dk2"/>
              </a:solidFill>
              <a:latin typeface="Inter"/>
              <a:ea typeface="Inter"/>
              <a:cs typeface="Inter"/>
              <a:sym typeface="Inter"/>
            </a:endParaRPr>
          </a:p>
          <a:p>
            <a:pPr indent="0" lvl="0" marL="0" rtl="0" algn="l">
              <a:spcBef>
                <a:spcPts val="0"/>
              </a:spcBef>
              <a:spcAft>
                <a:spcPts val="0"/>
              </a:spcAft>
              <a:buNone/>
            </a:pPr>
            <a:r>
              <a:t/>
            </a:r>
            <a:endParaRPr sz="1600">
              <a:solidFill>
                <a:schemeClr val="dk2"/>
              </a:solidFill>
              <a:latin typeface="Inter"/>
              <a:ea typeface="Inter"/>
              <a:cs typeface="Inter"/>
              <a:sym typeface="Inter"/>
            </a:endParaRPr>
          </a:p>
          <a:p>
            <a:pPr indent="0" lvl="0" marL="0" rtl="0" algn="l">
              <a:spcBef>
                <a:spcPts val="0"/>
              </a:spcBef>
              <a:spcAft>
                <a:spcPts val="0"/>
              </a:spcAft>
              <a:buNone/>
            </a:pPr>
            <a:r>
              <a:t/>
            </a:r>
            <a:endParaRPr sz="1600">
              <a:solidFill>
                <a:schemeClr val="dk2"/>
              </a:solidFill>
              <a:latin typeface="Inter"/>
              <a:ea typeface="Inter"/>
              <a:cs typeface="Inter"/>
              <a:sym typeface="Inter"/>
            </a:endParaRPr>
          </a:p>
        </p:txBody>
      </p:sp>
      <p:sp>
        <p:nvSpPr>
          <p:cNvPr id="760" name="Google Shape;760;p94"/>
          <p:cNvSpPr txBox="1"/>
          <p:nvPr/>
        </p:nvSpPr>
        <p:spPr>
          <a:xfrm>
            <a:off x="62100" y="0"/>
            <a:ext cx="6657300" cy="5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Inter"/>
                <a:ea typeface="Inter"/>
                <a:cs typeface="Inter"/>
                <a:sym typeface="Inter"/>
              </a:rPr>
              <a:t>NYC Top 5 Restaurant Violations (by violation codes)</a:t>
            </a:r>
            <a:endParaRPr b="1" sz="1800">
              <a:solidFill>
                <a:schemeClr val="dk2"/>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95"/>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66" name="Google Shape;766;p95"/>
          <p:cNvSpPr txBox="1"/>
          <p:nvPr>
            <p:ph idx="1" type="body"/>
          </p:nvPr>
        </p:nvSpPr>
        <p:spPr>
          <a:xfrm>
            <a:off x="6645175" y="1146950"/>
            <a:ext cx="1714500" cy="39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 sz="2400"/>
              <a:t>Borough:</a:t>
            </a:r>
            <a:endParaRPr b="1" sz="2400"/>
          </a:p>
        </p:txBody>
      </p:sp>
      <p:sp>
        <p:nvSpPr>
          <p:cNvPr id="767" name="Google Shape;767;p95"/>
          <p:cNvSpPr txBox="1"/>
          <p:nvPr>
            <p:ph idx="2" type="subTitle"/>
          </p:nvPr>
        </p:nvSpPr>
        <p:spPr>
          <a:xfrm>
            <a:off x="1996375" y="4870025"/>
            <a:ext cx="6186900" cy="18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t/>
            </a:r>
            <a:endParaRPr/>
          </a:p>
        </p:txBody>
      </p:sp>
      <p:pic>
        <p:nvPicPr>
          <p:cNvPr id="768" name="Google Shape;768;p95" title="Screenshot 2026-04-12 at 10.48.40 PM.png"/>
          <p:cNvPicPr preferRelativeResize="0"/>
          <p:nvPr/>
        </p:nvPicPr>
        <p:blipFill>
          <a:blip r:embed="rId3">
            <a:alphaModFix/>
          </a:blip>
          <a:stretch>
            <a:fillRect/>
          </a:stretch>
        </p:blipFill>
        <p:spPr>
          <a:xfrm>
            <a:off x="6833050" y="1650125"/>
            <a:ext cx="1981200" cy="1866900"/>
          </a:xfrm>
          <a:prstGeom prst="rect">
            <a:avLst/>
          </a:prstGeom>
          <a:noFill/>
          <a:ln>
            <a:noFill/>
          </a:ln>
        </p:spPr>
      </p:pic>
      <p:sp>
        <p:nvSpPr>
          <p:cNvPr id="769" name="Google Shape;769;p95"/>
          <p:cNvSpPr txBox="1"/>
          <p:nvPr/>
        </p:nvSpPr>
        <p:spPr>
          <a:xfrm>
            <a:off x="146875" y="47300"/>
            <a:ext cx="8036400" cy="5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latin typeface="Inter"/>
                <a:ea typeface="Inter"/>
                <a:cs typeface="Inter"/>
                <a:sym typeface="Inter"/>
              </a:rPr>
              <a:t>NYC Top 5 Restaurant Violations (by violation codes and </a:t>
            </a:r>
            <a:r>
              <a:rPr b="1" lang="en" sz="1800">
                <a:solidFill>
                  <a:schemeClr val="dk2"/>
                </a:solidFill>
                <a:latin typeface="Inter"/>
                <a:ea typeface="Inter"/>
                <a:cs typeface="Inter"/>
                <a:sym typeface="Inter"/>
              </a:rPr>
              <a:t>borough)</a:t>
            </a:r>
            <a:endParaRPr b="1" sz="1800">
              <a:solidFill>
                <a:schemeClr val="dk2"/>
              </a:solidFill>
              <a:latin typeface="Inter"/>
              <a:ea typeface="Inter"/>
              <a:cs typeface="Inter"/>
              <a:sym typeface="Inter"/>
            </a:endParaRPr>
          </a:p>
        </p:txBody>
      </p:sp>
      <p:pic>
        <p:nvPicPr>
          <p:cNvPr id="770" name="Google Shape;770;p95" title="Screenshot 2026-04-13 at 9.06.45 PM.png"/>
          <p:cNvPicPr preferRelativeResize="0"/>
          <p:nvPr/>
        </p:nvPicPr>
        <p:blipFill>
          <a:blip r:embed="rId4">
            <a:alphaModFix/>
          </a:blip>
          <a:stretch>
            <a:fillRect/>
          </a:stretch>
        </p:blipFill>
        <p:spPr>
          <a:xfrm>
            <a:off x="212875" y="420125"/>
            <a:ext cx="6303426" cy="4384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96"/>
          <p:cNvSpPr txBox="1"/>
          <p:nvPr>
            <p:ph type="ctrTitle"/>
          </p:nvPr>
        </p:nvSpPr>
        <p:spPr>
          <a:xfrm>
            <a:off x="175500" y="654450"/>
            <a:ext cx="8968500" cy="3389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6000"/>
              <a:buNone/>
            </a:pPr>
            <a:r>
              <a:t/>
            </a:r>
            <a:endParaRPr sz="5000">
              <a:solidFill>
                <a:schemeClr val="lt1"/>
              </a:solidFill>
            </a:endParaRPr>
          </a:p>
          <a:p>
            <a:pPr indent="0" lvl="0" marL="914400" rtl="0" algn="l">
              <a:lnSpc>
                <a:spcPct val="100000"/>
              </a:lnSpc>
              <a:spcBef>
                <a:spcPts val="0"/>
              </a:spcBef>
              <a:spcAft>
                <a:spcPts val="0"/>
              </a:spcAft>
              <a:buSzPts val="6000"/>
              <a:buNone/>
            </a:pPr>
            <a:r>
              <a:rPr lang="en"/>
              <a:t>How Different </a:t>
            </a:r>
            <a:r>
              <a:rPr lang="en"/>
              <a:t>Zip Codes</a:t>
            </a:r>
            <a:r>
              <a:rPr lang="en"/>
              <a:t> Compare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97"/>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81" name="Google Shape;781;p97"/>
          <p:cNvSpPr txBox="1"/>
          <p:nvPr>
            <p:ph idx="1" type="body"/>
          </p:nvPr>
        </p:nvSpPr>
        <p:spPr>
          <a:xfrm>
            <a:off x="5437050" y="970000"/>
            <a:ext cx="3573600" cy="37203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a:t>Key Observations:</a:t>
            </a:r>
            <a:endParaRPr b="1"/>
          </a:p>
          <a:p>
            <a:pPr indent="0" lvl="0" marL="0" rtl="0" algn="ctr">
              <a:spcBef>
                <a:spcPts val="1000"/>
              </a:spcBef>
              <a:spcAft>
                <a:spcPts val="0"/>
              </a:spcAft>
              <a:buNone/>
            </a:pPr>
            <a:r>
              <a:t/>
            </a:r>
            <a:endParaRPr b="1"/>
          </a:p>
          <a:p>
            <a:pPr indent="-317500" lvl="0" marL="457200" rtl="0" algn="ctr">
              <a:spcBef>
                <a:spcPts val="1000"/>
              </a:spcBef>
              <a:spcAft>
                <a:spcPts val="0"/>
              </a:spcAft>
              <a:buSzPts val="1400"/>
              <a:buChar char="●"/>
            </a:pPr>
            <a:r>
              <a:rPr b="1" lang="en"/>
              <a:t>After certain inspection restaurants </a:t>
            </a:r>
            <a:r>
              <a:rPr b="1" lang="en"/>
              <a:t>received</a:t>
            </a:r>
            <a:r>
              <a:rPr b="1" lang="en"/>
              <a:t> a grade</a:t>
            </a:r>
            <a:endParaRPr b="1"/>
          </a:p>
          <a:p>
            <a:pPr indent="0" lvl="0" marL="0" rtl="0" algn="ctr">
              <a:spcBef>
                <a:spcPts val="1000"/>
              </a:spcBef>
              <a:spcAft>
                <a:spcPts val="0"/>
              </a:spcAft>
              <a:buNone/>
            </a:pPr>
            <a:r>
              <a:t/>
            </a:r>
            <a:endParaRPr b="1"/>
          </a:p>
          <a:p>
            <a:pPr indent="-317500" lvl="0" marL="457200" rtl="0" algn="ctr">
              <a:spcBef>
                <a:spcPts val="1000"/>
              </a:spcBef>
              <a:spcAft>
                <a:spcPts val="0"/>
              </a:spcAft>
              <a:buSzPts val="1400"/>
              <a:buChar char="●"/>
            </a:pPr>
            <a:r>
              <a:rPr b="1" lang="en"/>
              <a:t>Areas shade darker green are home to a majority of restaurants that hold A grade resulting from good </a:t>
            </a:r>
            <a:r>
              <a:rPr b="1" lang="en"/>
              <a:t>inspection</a:t>
            </a:r>
            <a:endParaRPr b="1"/>
          </a:p>
          <a:p>
            <a:pPr indent="0" lvl="0" marL="0" rtl="0" algn="ctr">
              <a:spcBef>
                <a:spcPts val="1000"/>
              </a:spcBef>
              <a:spcAft>
                <a:spcPts val="0"/>
              </a:spcAft>
              <a:buNone/>
            </a:pPr>
            <a:r>
              <a:t/>
            </a:r>
            <a:endParaRPr b="1"/>
          </a:p>
          <a:p>
            <a:pPr indent="-317500" lvl="0" marL="457200" rtl="0" algn="ctr">
              <a:spcBef>
                <a:spcPts val="1000"/>
              </a:spcBef>
              <a:spcAft>
                <a:spcPts val="0"/>
              </a:spcAft>
              <a:buSzPts val="1400"/>
              <a:buChar char="●"/>
            </a:pPr>
            <a:r>
              <a:rPr b="1" lang="en"/>
              <a:t>Red Shade Area are home to a majority of restaurants that hold C grades</a:t>
            </a:r>
            <a:endParaRPr b="1"/>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782" name="Google Shape;782;p97"/>
          <p:cNvSpPr txBox="1"/>
          <p:nvPr>
            <p:ph type="title"/>
          </p:nvPr>
        </p:nvSpPr>
        <p:spPr>
          <a:xfrm>
            <a:off x="0" y="0"/>
            <a:ext cx="828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 Grade Scores for Different Areas</a:t>
            </a:r>
            <a:endParaRPr/>
          </a:p>
        </p:txBody>
      </p:sp>
      <p:pic>
        <p:nvPicPr>
          <p:cNvPr id="783" name="Google Shape;783;p97" title="Screenshot 2026-04-12 225703.png"/>
          <p:cNvPicPr preferRelativeResize="0"/>
          <p:nvPr/>
        </p:nvPicPr>
        <p:blipFill>
          <a:blip r:embed="rId3">
            <a:alphaModFix/>
          </a:blip>
          <a:stretch>
            <a:fillRect/>
          </a:stretch>
        </p:blipFill>
        <p:spPr>
          <a:xfrm>
            <a:off x="548050" y="832950"/>
            <a:ext cx="4416774" cy="34776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98"/>
          <p:cNvSpPr txBox="1"/>
          <p:nvPr>
            <p:ph type="ctrTitle"/>
          </p:nvPr>
        </p:nvSpPr>
        <p:spPr>
          <a:xfrm>
            <a:off x="448650" y="1311650"/>
            <a:ext cx="8246700" cy="1608300"/>
          </a:xfrm>
          <a:prstGeom prst="rect">
            <a:avLst/>
          </a:prstGeom>
          <a:noFill/>
          <a:ln>
            <a:noFill/>
          </a:ln>
        </p:spPr>
        <p:txBody>
          <a:bodyPr anchorCtr="0" anchor="t" bIns="91425" lIns="91425" spcFirstLastPara="1" rIns="91425" wrap="square" tIns="91425">
            <a:noAutofit/>
          </a:bodyPr>
          <a:lstStyle/>
          <a:p>
            <a:pPr indent="0" lvl="0" marL="0" rtl="0" algn="ctr">
              <a:lnSpc>
                <a:spcPct val="105000"/>
              </a:lnSpc>
              <a:spcBef>
                <a:spcPts val="0"/>
              </a:spcBef>
              <a:spcAft>
                <a:spcPts val="1000"/>
              </a:spcAft>
              <a:buNone/>
            </a:pPr>
            <a:r>
              <a:rPr lang="en" sz="5000">
                <a:solidFill>
                  <a:schemeClr val="lt1"/>
                </a:solidFill>
              </a:rPr>
              <a:t>Are inspection cycles improving over time?</a:t>
            </a:r>
            <a:endParaRPr sz="50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99"/>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4" name="Google Shape;794;p99"/>
          <p:cNvSpPr txBox="1"/>
          <p:nvPr>
            <p:ph idx="2" type="subTitle"/>
          </p:nvPr>
        </p:nvSpPr>
        <p:spPr>
          <a:xfrm>
            <a:off x="1996375" y="4870025"/>
            <a:ext cx="6186900" cy="18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t/>
            </a:r>
            <a:endParaRPr/>
          </a:p>
        </p:txBody>
      </p:sp>
      <p:sp>
        <p:nvSpPr>
          <p:cNvPr id="795" name="Google Shape;795;p99"/>
          <p:cNvSpPr txBox="1"/>
          <p:nvPr>
            <p:ph type="title"/>
          </p:nvPr>
        </p:nvSpPr>
        <p:spPr>
          <a:xfrm>
            <a:off x="277850" y="171750"/>
            <a:ext cx="5055300" cy="73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600"/>
              <a:t>Monthly Cycle Inspections and the Avg Score Outcomes</a:t>
            </a:r>
            <a:endParaRPr sz="2600"/>
          </a:p>
        </p:txBody>
      </p:sp>
      <p:pic>
        <p:nvPicPr>
          <p:cNvPr id="796" name="Google Shape;796;p99" title="Screenshot 2026-04-13 at 8.13.09 PM.png"/>
          <p:cNvPicPr preferRelativeResize="0"/>
          <p:nvPr/>
        </p:nvPicPr>
        <p:blipFill>
          <a:blip r:embed="rId3">
            <a:alphaModFix/>
          </a:blip>
          <a:stretch>
            <a:fillRect/>
          </a:stretch>
        </p:blipFill>
        <p:spPr>
          <a:xfrm>
            <a:off x="277850" y="1057950"/>
            <a:ext cx="7979476" cy="3659676"/>
          </a:xfrm>
          <a:prstGeom prst="rect">
            <a:avLst/>
          </a:prstGeom>
          <a:noFill/>
          <a:ln>
            <a:noFill/>
          </a:ln>
        </p:spPr>
      </p:pic>
      <p:pic>
        <p:nvPicPr>
          <p:cNvPr id="797" name="Google Shape;797;p99" title="Screenshot 2026-04-13 at 8.14.37 PM.png"/>
          <p:cNvPicPr preferRelativeResize="0"/>
          <p:nvPr/>
        </p:nvPicPr>
        <p:blipFill>
          <a:blip r:embed="rId4">
            <a:alphaModFix/>
          </a:blip>
          <a:stretch>
            <a:fillRect/>
          </a:stretch>
        </p:blipFill>
        <p:spPr>
          <a:xfrm>
            <a:off x="5949575" y="349938"/>
            <a:ext cx="1912025" cy="555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00"/>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03" name="Google Shape;803;p100"/>
          <p:cNvSpPr txBox="1"/>
          <p:nvPr>
            <p:ph idx="3" type="subTitle"/>
          </p:nvPr>
        </p:nvSpPr>
        <p:spPr>
          <a:xfrm>
            <a:off x="1996375" y="4870025"/>
            <a:ext cx="6186900" cy="18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t/>
            </a:r>
            <a:endParaRPr/>
          </a:p>
        </p:txBody>
      </p:sp>
      <p:sp>
        <p:nvSpPr>
          <p:cNvPr id="804" name="Google Shape;804;p100"/>
          <p:cNvSpPr txBox="1"/>
          <p:nvPr>
            <p:ph type="title"/>
          </p:nvPr>
        </p:nvSpPr>
        <p:spPr>
          <a:xfrm>
            <a:off x="431725" y="368825"/>
            <a:ext cx="828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Conclusion</a:t>
            </a:r>
            <a:endParaRPr/>
          </a:p>
        </p:txBody>
      </p:sp>
      <p:sp>
        <p:nvSpPr>
          <p:cNvPr id="805" name="Google Shape;805;p100"/>
          <p:cNvSpPr txBox="1"/>
          <p:nvPr>
            <p:ph idx="5" type="subTitle"/>
          </p:nvPr>
        </p:nvSpPr>
        <p:spPr>
          <a:xfrm>
            <a:off x="4681975" y="1146450"/>
            <a:ext cx="4030500" cy="80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Recommendations</a:t>
            </a:r>
            <a:endParaRPr/>
          </a:p>
        </p:txBody>
      </p:sp>
      <p:sp>
        <p:nvSpPr>
          <p:cNvPr id="806" name="Google Shape;806;p100"/>
          <p:cNvSpPr txBox="1"/>
          <p:nvPr>
            <p:ph idx="1" type="body"/>
          </p:nvPr>
        </p:nvSpPr>
        <p:spPr>
          <a:xfrm>
            <a:off x="431725" y="1954250"/>
            <a:ext cx="4030500" cy="2571600"/>
          </a:xfrm>
          <a:prstGeom prst="rect">
            <a:avLst/>
          </a:prstGeom>
        </p:spPr>
        <p:txBody>
          <a:bodyPr anchorCtr="0" anchor="t" bIns="91425" lIns="182875" spcFirstLastPara="1" rIns="182875" wrap="square" tIns="182875">
            <a:noAutofit/>
          </a:bodyPr>
          <a:lstStyle/>
          <a:p>
            <a:pPr indent="-330200" lvl="0" marL="457200" rtl="0" algn="l">
              <a:lnSpc>
                <a:spcPct val="100000"/>
              </a:lnSpc>
              <a:spcBef>
                <a:spcPts val="0"/>
              </a:spcBef>
              <a:spcAft>
                <a:spcPts val="0"/>
              </a:spcAft>
              <a:buClr>
                <a:schemeClr val="dk1"/>
              </a:buClr>
              <a:buSzPts val="1600"/>
              <a:buFont typeface="Inter"/>
              <a:buChar char="●"/>
            </a:pPr>
            <a:r>
              <a:rPr lang="en" sz="1600">
                <a:solidFill>
                  <a:schemeClr val="dk1"/>
                </a:solidFill>
              </a:rPr>
              <a:t>S</a:t>
            </a:r>
            <a:r>
              <a:rPr lang="en" sz="1600">
                <a:solidFill>
                  <a:schemeClr val="dk1"/>
                </a:solidFill>
              </a:rPr>
              <a:t>pecific areas have displayed higher concentration for violation – Manhattan being a prime example</a:t>
            </a:r>
            <a:endParaRPr sz="1600">
              <a:solidFill>
                <a:schemeClr val="dk1"/>
              </a:solidFill>
            </a:endParaRPr>
          </a:p>
          <a:p>
            <a:pPr indent="-330200" lvl="0" marL="457200" rtl="0" algn="l">
              <a:lnSpc>
                <a:spcPct val="100000"/>
              </a:lnSpc>
              <a:spcBef>
                <a:spcPts val="0"/>
              </a:spcBef>
              <a:spcAft>
                <a:spcPts val="0"/>
              </a:spcAft>
              <a:buClr>
                <a:schemeClr val="dk1"/>
              </a:buClr>
              <a:buSzPts val="1600"/>
              <a:buFont typeface="Arial"/>
              <a:buChar char="●"/>
            </a:pPr>
            <a:r>
              <a:rPr lang="en" sz="1600">
                <a:solidFill>
                  <a:schemeClr val="dk1"/>
                </a:solidFill>
              </a:rPr>
              <a:t>Cleanliness is a main variable of violation</a:t>
            </a:r>
            <a:endParaRPr sz="1600">
              <a:solidFill>
                <a:schemeClr val="dk1"/>
              </a:solidFill>
            </a:endParaRPr>
          </a:p>
          <a:p>
            <a:pPr indent="0" lvl="0" marL="457200" rtl="0" algn="l">
              <a:lnSpc>
                <a:spcPct val="100000"/>
              </a:lnSpc>
              <a:spcBef>
                <a:spcPts val="0"/>
              </a:spcBef>
              <a:spcAft>
                <a:spcPts val="0"/>
              </a:spcAft>
              <a:buNone/>
            </a:pPr>
            <a:r>
              <a:t/>
            </a:r>
            <a:endParaRPr/>
          </a:p>
        </p:txBody>
      </p:sp>
      <p:sp>
        <p:nvSpPr>
          <p:cNvPr id="807" name="Google Shape;807;p100"/>
          <p:cNvSpPr txBox="1"/>
          <p:nvPr>
            <p:ph idx="2" type="body"/>
          </p:nvPr>
        </p:nvSpPr>
        <p:spPr>
          <a:xfrm>
            <a:off x="4681975" y="1954225"/>
            <a:ext cx="4030500" cy="2571600"/>
          </a:xfrm>
          <a:prstGeom prst="rect">
            <a:avLst/>
          </a:prstGeom>
        </p:spPr>
        <p:txBody>
          <a:bodyPr anchorCtr="0" anchor="t" bIns="91425" lIns="182875" spcFirstLastPara="1" rIns="182875" wrap="square" tIns="182875">
            <a:noAutofit/>
          </a:bodyPr>
          <a:lstStyle/>
          <a:p>
            <a:pPr indent="-323850" lvl="0" marL="457200" rtl="0" algn="l">
              <a:lnSpc>
                <a:spcPct val="100000"/>
              </a:lnSpc>
              <a:spcBef>
                <a:spcPts val="0"/>
              </a:spcBef>
              <a:spcAft>
                <a:spcPts val="0"/>
              </a:spcAft>
              <a:buClr>
                <a:schemeClr val="dk1"/>
              </a:buClr>
              <a:buSzPts val="1500"/>
              <a:buFont typeface="Inter"/>
              <a:buChar char="●"/>
            </a:pPr>
            <a:r>
              <a:rPr lang="en" sz="1500">
                <a:solidFill>
                  <a:schemeClr val="dk1"/>
                </a:solidFill>
              </a:rPr>
              <a:t>To continue protecting the people of New York is to have </a:t>
            </a:r>
            <a:r>
              <a:rPr lang="en" sz="1500">
                <a:solidFill>
                  <a:schemeClr val="dk1"/>
                </a:solidFill>
              </a:rPr>
              <a:t>committee</a:t>
            </a:r>
            <a:r>
              <a:rPr lang="en" sz="1500">
                <a:solidFill>
                  <a:schemeClr val="dk1"/>
                </a:solidFill>
              </a:rPr>
              <a:t> members advocate for the </a:t>
            </a:r>
            <a:r>
              <a:rPr lang="en" sz="1500">
                <a:solidFill>
                  <a:schemeClr val="dk1"/>
                </a:solidFill>
              </a:rPr>
              <a:t>health</a:t>
            </a:r>
            <a:r>
              <a:rPr lang="en" sz="1500">
                <a:solidFill>
                  <a:schemeClr val="dk1"/>
                </a:solidFill>
              </a:rPr>
              <a:t> and safety for them through </a:t>
            </a:r>
            <a:r>
              <a:rPr lang="en" sz="1500">
                <a:solidFill>
                  <a:schemeClr val="dk1"/>
                </a:solidFill>
              </a:rPr>
              <a:t>sanitation and maintenance operations</a:t>
            </a:r>
            <a:endParaRPr sz="1500">
              <a:solidFill>
                <a:schemeClr val="dk1"/>
              </a:solidFill>
            </a:endParaRPr>
          </a:p>
          <a:p>
            <a:pPr indent="-323850" lvl="0" marL="457200" rtl="0" algn="l">
              <a:lnSpc>
                <a:spcPct val="100000"/>
              </a:lnSpc>
              <a:spcBef>
                <a:spcPts val="0"/>
              </a:spcBef>
              <a:spcAft>
                <a:spcPts val="0"/>
              </a:spcAft>
              <a:buClr>
                <a:schemeClr val="dk1"/>
              </a:buClr>
              <a:buSzPts val="1500"/>
              <a:buFont typeface="Arial"/>
              <a:buChar char="●"/>
            </a:pPr>
            <a:r>
              <a:rPr lang="en" sz="1500">
                <a:solidFill>
                  <a:schemeClr val="dk1"/>
                </a:solidFill>
              </a:rPr>
              <a:t>Proportional allocation based on violation frequency</a:t>
            </a:r>
            <a:endParaRPr sz="1500">
              <a:solidFill>
                <a:schemeClr val="dk1"/>
              </a:solidFill>
            </a:endParaRPr>
          </a:p>
          <a:p>
            <a:pPr indent="-323850" lvl="0" marL="457200" rtl="0" algn="l">
              <a:lnSpc>
                <a:spcPct val="100000"/>
              </a:lnSpc>
              <a:spcBef>
                <a:spcPts val="0"/>
              </a:spcBef>
              <a:spcAft>
                <a:spcPts val="0"/>
              </a:spcAft>
              <a:buClr>
                <a:schemeClr val="dk1"/>
              </a:buClr>
              <a:buSzPts val="1500"/>
              <a:buFont typeface="Arial"/>
              <a:buChar char="●"/>
            </a:pPr>
            <a:r>
              <a:rPr lang="en" sz="1500">
                <a:solidFill>
                  <a:schemeClr val="dk1"/>
                </a:solidFill>
              </a:rPr>
              <a:t>Mandate compliance programs</a:t>
            </a:r>
            <a:endParaRPr sz="1500">
              <a:solidFill>
                <a:schemeClr val="dk1"/>
              </a:solidFill>
            </a:endParaRPr>
          </a:p>
        </p:txBody>
      </p:sp>
      <p:sp>
        <p:nvSpPr>
          <p:cNvPr id="808" name="Google Shape;808;p100"/>
          <p:cNvSpPr txBox="1"/>
          <p:nvPr>
            <p:ph idx="4" type="subTitle"/>
          </p:nvPr>
        </p:nvSpPr>
        <p:spPr>
          <a:xfrm>
            <a:off x="431700" y="1146450"/>
            <a:ext cx="4030500" cy="80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Main Points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01"/>
          <p:cNvSpPr txBox="1"/>
          <p:nvPr>
            <p:ph idx="12" type="sldNum"/>
          </p:nvPr>
        </p:nvSpPr>
        <p:spPr>
          <a:xfrm>
            <a:off x="8320058" y="47394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14" name="Google Shape;814;p101"/>
          <p:cNvSpPr txBox="1"/>
          <p:nvPr>
            <p:ph idx="2" type="body"/>
          </p:nvPr>
        </p:nvSpPr>
        <p:spPr>
          <a:xfrm>
            <a:off x="3264675" y="1954250"/>
            <a:ext cx="2614500" cy="2571600"/>
          </a:xfrm>
          <a:prstGeom prst="rect">
            <a:avLst/>
          </a:prstGeom>
        </p:spPr>
        <p:txBody>
          <a:bodyPr anchorCtr="0" anchor="ctr" bIns="91425" lIns="182875" spcFirstLastPara="1" rIns="182875" wrap="square" tIns="182875">
            <a:noAutofit/>
          </a:bodyPr>
          <a:lstStyle/>
          <a:p>
            <a:pPr indent="0" lvl="0" marL="0" rtl="0" algn="ctr">
              <a:spcBef>
                <a:spcPts val="0"/>
              </a:spcBef>
              <a:spcAft>
                <a:spcPts val="0"/>
              </a:spcAft>
              <a:buNone/>
            </a:pPr>
            <a:r>
              <a:rPr b="1" lang="en">
                <a:solidFill>
                  <a:schemeClr val="dk1"/>
                </a:solidFill>
              </a:rPr>
              <a:t>Area Differences</a:t>
            </a:r>
            <a:endParaRPr b="1">
              <a:solidFill>
                <a:schemeClr val="dk1"/>
              </a:solidFill>
            </a:endParaRPr>
          </a:p>
          <a:p>
            <a:pPr indent="0" lvl="0" marL="0" rtl="0" algn="ctr">
              <a:spcBef>
                <a:spcPts val="1000"/>
              </a:spcBef>
              <a:spcAft>
                <a:spcPts val="0"/>
              </a:spcAft>
              <a:buNone/>
            </a:pPr>
            <a:r>
              <a:t/>
            </a:r>
            <a:endParaRPr b="1">
              <a:solidFill>
                <a:schemeClr val="dk1"/>
              </a:solidFill>
            </a:endParaRPr>
          </a:p>
          <a:p>
            <a:pPr indent="0" lvl="0" marL="0" rtl="0" algn="ctr">
              <a:spcBef>
                <a:spcPts val="1000"/>
              </a:spcBef>
              <a:spcAft>
                <a:spcPts val="0"/>
              </a:spcAft>
              <a:buNone/>
            </a:pPr>
            <a:r>
              <a:rPr b="1" lang="en">
                <a:solidFill>
                  <a:schemeClr val="dk1"/>
                </a:solidFill>
              </a:rPr>
              <a:t>Potiental Causes</a:t>
            </a:r>
            <a:endParaRPr b="1">
              <a:solidFill>
                <a:schemeClr val="dk1"/>
              </a:solidFill>
            </a:endParaRPr>
          </a:p>
          <a:p>
            <a:pPr indent="0" lvl="0" marL="0" rtl="0" algn="ctr">
              <a:spcBef>
                <a:spcPts val="1000"/>
              </a:spcBef>
              <a:spcAft>
                <a:spcPts val="0"/>
              </a:spcAft>
              <a:buNone/>
            </a:pPr>
            <a:r>
              <a:t/>
            </a:r>
            <a:endParaRPr b="1">
              <a:solidFill>
                <a:schemeClr val="dk1"/>
              </a:solidFill>
            </a:endParaRPr>
          </a:p>
          <a:p>
            <a:pPr indent="0" lvl="0" marL="0" rtl="0" algn="ctr">
              <a:spcBef>
                <a:spcPts val="1000"/>
              </a:spcBef>
              <a:spcAft>
                <a:spcPts val="1000"/>
              </a:spcAft>
              <a:buNone/>
            </a:pPr>
            <a:r>
              <a:rPr b="1" lang="en">
                <a:solidFill>
                  <a:schemeClr val="dk1"/>
                </a:solidFill>
              </a:rPr>
              <a:t>Needs for Support</a:t>
            </a:r>
            <a:endParaRPr b="1"/>
          </a:p>
        </p:txBody>
      </p:sp>
      <p:sp>
        <p:nvSpPr>
          <p:cNvPr id="815" name="Google Shape;815;p101"/>
          <p:cNvSpPr txBox="1"/>
          <p:nvPr>
            <p:ph idx="4" type="subTitle"/>
          </p:nvPr>
        </p:nvSpPr>
        <p:spPr>
          <a:xfrm>
            <a:off x="1996375" y="4870025"/>
            <a:ext cx="6186900" cy="18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https://www.nyc.gov/site/fund/initiatives/restaurant-revitalization-program.page</a:t>
            </a:r>
            <a:endParaRPr/>
          </a:p>
          <a:p>
            <a:pPr indent="0" lvl="0" marL="0" rtl="0" algn="l">
              <a:spcBef>
                <a:spcPts val="1000"/>
              </a:spcBef>
              <a:spcAft>
                <a:spcPts val="1000"/>
              </a:spcAft>
              <a:buNone/>
            </a:pPr>
            <a:r>
              <a:t/>
            </a:r>
            <a:endParaRPr/>
          </a:p>
        </p:txBody>
      </p:sp>
      <p:sp>
        <p:nvSpPr>
          <p:cNvPr id="816" name="Google Shape;816;p101"/>
          <p:cNvSpPr txBox="1"/>
          <p:nvPr>
            <p:ph type="title"/>
          </p:nvPr>
        </p:nvSpPr>
        <p:spPr>
          <a:xfrm>
            <a:off x="431725" y="368825"/>
            <a:ext cx="828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Call to Action</a:t>
            </a:r>
            <a:endParaRPr/>
          </a:p>
          <a:p>
            <a:pPr indent="0" lvl="0" marL="0" rtl="0" algn="l">
              <a:spcBef>
                <a:spcPts val="0"/>
              </a:spcBef>
              <a:spcAft>
                <a:spcPts val="0"/>
              </a:spcAft>
              <a:buNone/>
            </a:pPr>
            <a:r>
              <a:t/>
            </a:r>
            <a:endParaRPr/>
          </a:p>
        </p:txBody>
      </p:sp>
      <p:sp>
        <p:nvSpPr>
          <p:cNvPr id="817" name="Google Shape;817;p101"/>
          <p:cNvSpPr txBox="1"/>
          <p:nvPr>
            <p:ph idx="1" type="body"/>
          </p:nvPr>
        </p:nvSpPr>
        <p:spPr>
          <a:xfrm>
            <a:off x="431725" y="1954250"/>
            <a:ext cx="2614500" cy="2571600"/>
          </a:xfrm>
          <a:prstGeom prst="rect">
            <a:avLst/>
          </a:prstGeom>
        </p:spPr>
        <p:txBody>
          <a:bodyPr anchorCtr="0" anchor="t" bIns="91425" lIns="182875" spcFirstLastPara="1" rIns="182875" wrap="square" tIns="182875">
            <a:noAutofit/>
          </a:bodyPr>
          <a:lstStyle/>
          <a:p>
            <a:pPr indent="0" lvl="0" marL="0" rtl="0" algn="ctr">
              <a:spcBef>
                <a:spcPts val="0"/>
              </a:spcBef>
              <a:spcAft>
                <a:spcPts val="0"/>
              </a:spcAft>
              <a:buNone/>
            </a:pPr>
            <a:r>
              <a:rPr b="1" lang="en">
                <a:solidFill>
                  <a:schemeClr val="dk1"/>
                </a:solidFill>
              </a:rPr>
              <a:t>Post pandemic scores average higher </a:t>
            </a:r>
            <a:endParaRPr b="1">
              <a:solidFill>
                <a:schemeClr val="dk1"/>
              </a:solidFill>
            </a:endParaRPr>
          </a:p>
          <a:p>
            <a:pPr indent="0" lvl="0" marL="0" rtl="0" algn="ctr">
              <a:spcBef>
                <a:spcPts val="1000"/>
              </a:spcBef>
              <a:spcAft>
                <a:spcPts val="0"/>
              </a:spcAft>
              <a:buNone/>
            </a:pPr>
            <a:r>
              <a:t/>
            </a:r>
            <a:endParaRPr b="1">
              <a:solidFill>
                <a:schemeClr val="dk1"/>
              </a:solidFill>
            </a:endParaRPr>
          </a:p>
          <a:p>
            <a:pPr indent="0" lvl="0" marL="0" rtl="0" algn="ctr">
              <a:spcBef>
                <a:spcPts val="1000"/>
              </a:spcBef>
              <a:spcAft>
                <a:spcPts val="0"/>
              </a:spcAft>
              <a:buNone/>
            </a:pPr>
            <a:r>
              <a:rPr b="1" lang="en">
                <a:solidFill>
                  <a:schemeClr val="dk1"/>
                </a:solidFill>
              </a:rPr>
              <a:t>Culture shift around virus protection </a:t>
            </a:r>
            <a:endParaRPr b="1">
              <a:solidFill>
                <a:schemeClr val="dk1"/>
              </a:solidFill>
            </a:endParaRPr>
          </a:p>
          <a:p>
            <a:pPr indent="0" lvl="0" marL="0" rtl="0" algn="ctr">
              <a:spcBef>
                <a:spcPts val="1000"/>
              </a:spcBef>
              <a:spcAft>
                <a:spcPts val="0"/>
              </a:spcAft>
              <a:buNone/>
            </a:pPr>
            <a:r>
              <a:t/>
            </a:r>
            <a:endParaRPr b="1">
              <a:solidFill>
                <a:schemeClr val="dk1"/>
              </a:solidFill>
            </a:endParaRPr>
          </a:p>
          <a:p>
            <a:pPr indent="0" lvl="0" marL="0" rtl="0" algn="ctr">
              <a:spcBef>
                <a:spcPts val="1000"/>
              </a:spcBef>
              <a:spcAft>
                <a:spcPts val="0"/>
              </a:spcAft>
              <a:buNone/>
            </a:pPr>
            <a:r>
              <a:rPr b="1" lang="en">
                <a:solidFill>
                  <a:schemeClr val="dk1"/>
                </a:solidFill>
              </a:rPr>
              <a:t>Fund </a:t>
            </a:r>
            <a:r>
              <a:rPr b="1" lang="en">
                <a:solidFill>
                  <a:schemeClr val="dk1"/>
                </a:solidFill>
              </a:rPr>
              <a:t>hygiene</a:t>
            </a:r>
            <a:r>
              <a:rPr b="1" lang="en">
                <a:solidFill>
                  <a:schemeClr val="dk1"/>
                </a:solidFill>
              </a:rPr>
              <a:t> awareness programs</a:t>
            </a:r>
            <a:endParaRPr b="1">
              <a:solidFill>
                <a:schemeClr val="dk1"/>
              </a:solidFill>
            </a:endParaRPr>
          </a:p>
          <a:p>
            <a:pPr indent="0" lvl="0" marL="0" rtl="0" algn="ctr">
              <a:spcBef>
                <a:spcPts val="1000"/>
              </a:spcBef>
              <a:spcAft>
                <a:spcPts val="1000"/>
              </a:spcAft>
              <a:buNone/>
            </a:pPr>
            <a:r>
              <a:t/>
            </a:r>
            <a:endParaRPr sz="1000"/>
          </a:p>
        </p:txBody>
      </p:sp>
      <p:sp>
        <p:nvSpPr>
          <p:cNvPr id="818" name="Google Shape;818;p101"/>
          <p:cNvSpPr txBox="1"/>
          <p:nvPr>
            <p:ph idx="3" type="body"/>
          </p:nvPr>
        </p:nvSpPr>
        <p:spPr>
          <a:xfrm>
            <a:off x="6097724" y="1954250"/>
            <a:ext cx="2614500" cy="2571600"/>
          </a:xfrm>
          <a:prstGeom prst="rect">
            <a:avLst/>
          </a:prstGeom>
        </p:spPr>
        <p:txBody>
          <a:bodyPr anchorCtr="0" anchor="t" bIns="91425" lIns="182875" spcFirstLastPara="1" rIns="182875" wrap="square" tIns="182875">
            <a:noAutofit/>
          </a:bodyPr>
          <a:lstStyle/>
          <a:p>
            <a:pPr indent="0" lvl="0" marL="0" rtl="0" algn="l">
              <a:spcBef>
                <a:spcPts val="0"/>
              </a:spcBef>
              <a:spcAft>
                <a:spcPts val="0"/>
              </a:spcAft>
              <a:buNone/>
            </a:pPr>
            <a:r>
              <a:t/>
            </a:r>
            <a:endParaRPr>
              <a:solidFill>
                <a:schemeClr val="dk1"/>
              </a:solidFill>
            </a:endParaRPr>
          </a:p>
          <a:p>
            <a:pPr indent="0" lvl="0" marL="0" rtl="0" algn="ctr">
              <a:spcBef>
                <a:spcPts val="1000"/>
              </a:spcBef>
              <a:spcAft>
                <a:spcPts val="0"/>
              </a:spcAft>
              <a:buNone/>
            </a:pPr>
            <a:r>
              <a:rPr b="1" lang="en">
                <a:solidFill>
                  <a:schemeClr val="dk1"/>
                </a:solidFill>
              </a:rPr>
              <a:t>Create Grants/Programs</a:t>
            </a:r>
            <a:endParaRPr b="1">
              <a:solidFill>
                <a:schemeClr val="dk1"/>
              </a:solidFill>
            </a:endParaRPr>
          </a:p>
          <a:p>
            <a:pPr indent="0" lvl="0" marL="0" rtl="0" algn="ctr">
              <a:spcBef>
                <a:spcPts val="1000"/>
              </a:spcBef>
              <a:spcAft>
                <a:spcPts val="0"/>
              </a:spcAft>
              <a:buNone/>
            </a:pPr>
            <a:r>
              <a:t/>
            </a:r>
            <a:endParaRPr b="1">
              <a:solidFill>
                <a:schemeClr val="dk1"/>
              </a:solidFill>
            </a:endParaRPr>
          </a:p>
          <a:p>
            <a:pPr indent="0" lvl="0" marL="0" rtl="0" algn="ctr">
              <a:spcBef>
                <a:spcPts val="1000"/>
              </a:spcBef>
              <a:spcAft>
                <a:spcPts val="0"/>
              </a:spcAft>
              <a:buNone/>
            </a:pPr>
            <a:r>
              <a:rPr b="1" lang="en">
                <a:solidFill>
                  <a:schemeClr val="dk1"/>
                </a:solidFill>
              </a:rPr>
              <a:t>Reinforce training </a:t>
            </a:r>
            <a:endParaRPr b="1">
              <a:solidFill>
                <a:schemeClr val="dk1"/>
              </a:solidFill>
            </a:endParaRPr>
          </a:p>
          <a:p>
            <a:pPr indent="0" lvl="0" marL="0" rtl="0" algn="ctr">
              <a:spcBef>
                <a:spcPts val="1000"/>
              </a:spcBef>
              <a:spcAft>
                <a:spcPts val="0"/>
              </a:spcAft>
              <a:buNone/>
            </a:pPr>
            <a:r>
              <a:t/>
            </a:r>
            <a:endParaRPr>
              <a:solidFill>
                <a:schemeClr val="dk1"/>
              </a:solidFill>
            </a:endParaRPr>
          </a:p>
          <a:p>
            <a:pPr indent="0" lvl="0" marL="0" rtl="0" algn="ctr">
              <a:spcBef>
                <a:spcPts val="1000"/>
              </a:spcBef>
              <a:spcAft>
                <a:spcPts val="1000"/>
              </a:spcAft>
              <a:buNone/>
            </a:pPr>
            <a:r>
              <a:t/>
            </a:r>
            <a:endParaRPr>
              <a:solidFill>
                <a:schemeClr val="dk1"/>
              </a:solidFill>
            </a:endParaRPr>
          </a:p>
        </p:txBody>
      </p:sp>
      <p:sp>
        <p:nvSpPr>
          <p:cNvPr id="819" name="Google Shape;819;p101"/>
          <p:cNvSpPr txBox="1"/>
          <p:nvPr>
            <p:ph idx="5" type="subTitle"/>
          </p:nvPr>
        </p:nvSpPr>
        <p:spPr>
          <a:xfrm>
            <a:off x="431700" y="1146450"/>
            <a:ext cx="2614500" cy="80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Pandemic</a:t>
            </a:r>
            <a:endParaRPr/>
          </a:p>
        </p:txBody>
      </p:sp>
      <p:sp>
        <p:nvSpPr>
          <p:cNvPr id="820" name="Google Shape;820;p101"/>
          <p:cNvSpPr txBox="1"/>
          <p:nvPr>
            <p:ph idx="6" type="subTitle"/>
          </p:nvPr>
        </p:nvSpPr>
        <p:spPr>
          <a:xfrm>
            <a:off x="3264750" y="1146450"/>
            <a:ext cx="2614500" cy="80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Investigate </a:t>
            </a:r>
            <a:endParaRPr/>
          </a:p>
        </p:txBody>
      </p:sp>
      <p:sp>
        <p:nvSpPr>
          <p:cNvPr id="821" name="Google Shape;821;p101"/>
          <p:cNvSpPr txBox="1"/>
          <p:nvPr>
            <p:ph idx="7" type="subTitle"/>
          </p:nvPr>
        </p:nvSpPr>
        <p:spPr>
          <a:xfrm>
            <a:off x="6097800" y="1146450"/>
            <a:ext cx="2614500" cy="80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Potential Solution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02"/>
          <p:cNvSpPr txBox="1"/>
          <p:nvPr>
            <p:ph type="title"/>
          </p:nvPr>
        </p:nvSpPr>
        <p:spPr>
          <a:xfrm>
            <a:off x="440000" y="1118500"/>
            <a:ext cx="7743600" cy="200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 you</a:t>
            </a:r>
            <a:endParaRPr/>
          </a:p>
          <a:p>
            <a:pPr indent="0" lvl="0" marL="0" rtl="0" algn="l">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C 2023">
  <a:themeElements>
    <a:clrScheme name="Simple Light">
      <a:dk1>
        <a:srgbClr val="0F0F12"/>
      </a:dk1>
      <a:lt1>
        <a:srgbClr val="FFFFFF"/>
      </a:lt1>
      <a:dk2>
        <a:srgbClr val="0F0F12"/>
      </a:dk2>
      <a:lt2>
        <a:srgbClr val="F2F2F2"/>
      </a:lt2>
      <a:accent1>
        <a:srgbClr val="4180FF"/>
      </a:accent1>
      <a:accent2>
        <a:srgbClr val="126656"/>
      </a:accent2>
      <a:accent3>
        <a:srgbClr val="09B62A"/>
      </a:accent3>
      <a:accent4>
        <a:srgbClr val="87D716"/>
      </a:accent4>
      <a:accent5>
        <a:srgbClr val="FFC600"/>
      </a:accent5>
      <a:accent6>
        <a:srgbClr val="D6282F"/>
      </a:accent6>
      <a:hlink>
        <a:srgbClr val="418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